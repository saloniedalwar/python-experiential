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58" y="-1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DD671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6804" y="136804"/>
            <a:ext cx="8869680" cy="6583680"/>
          </a:xfrm>
          <a:custGeom>
            <a:avLst/>
            <a:gdLst/>
            <a:ahLst/>
            <a:cxnLst/>
            <a:rect l="l" t="t" r="r" b="b"/>
            <a:pathLst>
              <a:path w="8869680" h="6583680">
                <a:moveTo>
                  <a:pt x="4434840" y="6583311"/>
                </a:moveTo>
                <a:lnTo>
                  <a:pt x="0" y="6583311"/>
                </a:lnTo>
                <a:lnTo>
                  <a:pt x="0" y="0"/>
                </a:lnTo>
                <a:lnTo>
                  <a:pt x="8869311" y="0"/>
                </a:lnTo>
                <a:lnTo>
                  <a:pt x="8869311" y="6583311"/>
                </a:lnTo>
                <a:lnTo>
                  <a:pt x="4434840" y="6583311"/>
                </a:lnTo>
                <a:close/>
              </a:path>
            </a:pathLst>
          </a:custGeom>
          <a:ln w="19079">
            <a:solidFill>
              <a:srgbClr val="6D8B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DD671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6804" y="136804"/>
            <a:ext cx="8869680" cy="6583680"/>
          </a:xfrm>
          <a:custGeom>
            <a:avLst/>
            <a:gdLst/>
            <a:ahLst/>
            <a:cxnLst/>
            <a:rect l="l" t="t" r="r" b="b"/>
            <a:pathLst>
              <a:path w="8869680" h="6583680">
                <a:moveTo>
                  <a:pt x="4434840" y="6583311"/>
                </a:moveTo>
                <a:lnTo>
                  <a:pt x="0" y="6583311"/>
                </a:lnTo>
                <a:lnTo>
                  <a:pt x="0" y="0"/>
                </a:lnTo>
                <a:lnTo>
                  <a:pt x="8869311" y="0"/>
                </a:lnTo>
                <a:lnTo>
                  <a:pt x="8869311" y="6583311"/>
                </a:lnTo>
                <a:lnTo>
                  <a:pt x="4434840" y="6583311"/>
                </a:lnTo>
                <a:close/>
              </a:path>
            </a:pathLst>
          </a:custGeom>
          <a:ln w="19079">
            <a:solidFill>
              <a:srgbClr val="6D8B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144" y="352691"/>
            <a:ext cx="51860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1296" y="2793860"/>
            <a:ext cx="4478655" cy="2905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DD6718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4980" y="505701"/>
            <a:ext cx="3813175" cy="135318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43255" marR="635000" algn="ctr">
              <a:lnSpc>
                <a:spcPts val="2640"/>
              </a:lnSpc>
              <a:spcBef>
                <a:spcPts val="85"/>
              </a:spcBef>
            </a:pPr>
            <a:r>
              <a:rPr sz="2100" dirty="0">
                <a:latin typeface="Times New Roman"/>
                <a:cs typeface="Times New Roman"/>
              </a:rPr>
              <a:t>Experiential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Learning </a:t>
            </a:r>
            <a:r>
              <a:rPr sz="2100" spc="-20" dirty="0">
                <a:latin typeface="Times New Roman"/>
                <a:cs typeface="Times New Roman"/>
              </a:rPr>
              <a:t>Project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Assessment-</a:t>
            </a:r>
            <a:r>
              <a:rPr sz="2100" spc="-50" dirty="0">
                <a:latin typeface="Times New Roman"/>
                <a:cs typeface="Times New Roman"/>
              </a:rPr>
              <a:t>I </a:t>
            </a:r>
            <a:r>
              <a:rPr sz="2100" spc="-25" dirty="0">
                <a:latin typeface="Times New Roman"/>
                <a:cs typeface="Times New Roman"/>
              </a:rPr>
              <a:t>on</a:t>
            </a:r>
            <a:endParaRPr sz="2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2100" dirty="0">
                <a:solidFill>
                  <a:srgbClr val="0000CC"/>
                </a:solidFill>
                <a:latin typeface="Times New Roman"/>
                <a:cs typeface="Times New Roman"/>
              </a:rPr>
              <a:t>“Mad</a:t>
            </a:r>
            <a:r>
              <a:rPr sz="21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CC"/>
                </a:solidFill>
                <a:latin typeface="Times New Roman"/>
                <a:cs typeface="Times New Roman"/>
              </a:rPr>
              <a:t>Libs</a:t>
            </a:r>
            <a:r>
              <a:rPr sz="21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000CC"/>
                </a:solidFill>
                <a:latin typeface="Times New Roman"/>
                <a:cs typeface="Times New Roman"/>
              </a:rPr>
              <a:t>Generator</a:t>
            </a:r>
            <a:r>
              <a:rPr sz="2100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CC"/>
                </a:solidFill>
                <a:latin typeface="Times New Roman"/>
                <a:cs typeface="Times New Roman"/>
              </a:rPr>
              <a:t>in</a:t>
            </a:r>
            <a:r>
              <a:rPr sz="210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000CC"/>
                </a:solidFill>
                <a:latin typeface="Times New Roman"/>
                <a:cs typeface="Times New Roman"/>
              </a:rPr>
              <a:t>Python”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3626" y="1849221"/>
            <a:ext cx="577405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0000CC"/>
                </a:solidFill>
                <a:latin typeface="Times New Roman"/>
                <a:cs typeface="Times New Roman"/>
              </a:rPr>
              <a:t>Python</a:t>
            </a:r>
            <a:r>
              <a:rPr sz="2100" b="1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Programming</a:t>
            </a:r>
            <a:r>
              <a:rPr sz="2100" b="1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CC"/>
                </a:solidFill>
                <a:latin typeface="Times New Roman"/>
                <a:cs typeface="Times New Roman"/>
              </a:rPr>
              <a:t>Language</a:t>
            </a:r>
            <a:r>
              <a:rPr sz="2100" b="1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1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(N-PCCCM304P)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024" y="3279140"/>
            <a:ext cx="162687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Presented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25" dirty="0">
                <a:latin typeface="Times New Roman"/>
                <a:cs typeface="Times New Roman"/>
              </a:rPr>
              <a:t>By</a:t>
            </a:r>
            <a:endParaRPr sz="1500">
              <a:latin typeface="Times New Roman"/>
              <a:cs typeface="Times New Roman"/>
            </a:endParaRPr>
          </a:p>
          <a:p>
            <a:pPr marL="12700" marR="5080">
              <a:lnSpc>
                <a:spcPct val="110000"/>
              </a:lnSpc>
              <a:spcBef>
                <a:spcPts val="1025"/>
              </a:spcBef>
            </a:pPr>
            <a:r>
              <a:rPr sz="1400" dirty="0">
                <a:latin typeface="Times New Roman"/>
                <a:cs typeface="Times New Roman"/>
              </a:rPr>
              <a:t>Saloni</a:t>
            </a:r>
            <a:r>
              <a:rPr sz="1400" spc="-2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Manoj</a:t>
            </a:r>
            <a:r>
              <a:rPr sz="1400" spc="-2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Edalwar (CM25049)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 descr="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7640" y="3108591"/>
            <a:ext cx="1179223" cy="132583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04140" y="3341700"/>
            <a:ext cx="1670685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920" marR="5080" indent="-744855">
              <a:lnSpc>
                <a:spcPct val="114999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Under</a:t>
            </a:r>
            <a:r>
              <a:rPr sz="1500" b="1" spc="-7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the</a:t>
            </a:r>
            <a:r>
              <a:rPr sz="1500" b="1" spc="-5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Guidance </a:t>
            </a:r>
            <a:r>
              <a:rPr sz="1500" b="1" spc="-25" dirty="0">
                <a:latin typeface="Times New Roman"/>
                <a:cs typeface="Times New Roman"/>
              </a:rPr>
              <a:t>of</a:t>
            </a:r>
            <a:endParaRPr sz="15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265"/>
              </a:spcBef>
            </a:pPr>
            <a:r>
              <a:rPr sz="1500" b="1" dirty="0">
                <a:latin typeface="Times New Roman"/>
                <a:cs typeface="Times New Roman"/>
              </a:rPr>
              <a:t>Mrs.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Mayuri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Getme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3305" y="4959746"/>
            <a:ext cx="7649845" cy="135064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384"/>
              </a:spcBef>
            </a:pPr>
            <a:r>
              <a:rPr sz="1600" b="1" dirty="0">
                <a:solidFill>
                  <a:srgbClr val="0000CC"/>
                </a:solidFill>
                <a:latin typeface="Times New Roman"/>
                <a:cs typeface="Times New Roman"/>
              </a:rPr>
              <a:t>Session:</a:t>
            </a:r>
            <a:r>
              <a:rPr sz="16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2026-</a:t>
            </a:r>
            <a:r>
              <a:rPr sz="1600" b="1" dirty="0">
                <a:solidFill>
                  <a:srgbClr val="0000CC"/>
                </a:solidFill>
                <a:latin typeface="Times New Roman"/>
                <a:cs typeface="Times New Roman"/>
              </a:rPr>
              <a:t>27</a:t>
            </a:r>
            <a:r>
              <a:rPr sz="1600" b="1" spc="-5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(ODD)</a:t>
            </a:r>
            <a:endParaRPr sz="16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250"/>
              </a:spcBef>
            </a:pPr>
            <a:r>
              <a:rPr sz="1400" b="1" dirty="0">
                <a:solidFill>
                  <a:srgbClr val="0000CC"/>
                </a:solidFill>
                <a:latin typeface="Times New Roman"/>
                <a:cs typeface="Times New Roman"/>
              </a:rPr>
              <a:t>Department</a:t>
            </a:r>
            <a:r>
              <a:rPr sz="140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CC"/>
                </a:solidFill>
                <a:latin typeface="Times New Roman"/>
                <a:cs typeface="Times New Roman"/>
              </a:rPr>
              <a:t>of</a:t>
            </a:r>
            <a:r>
              <a:rPr sz="1400" b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00CC"/>
                </a:solidFill>
                <a:latin typeface="Times New Roman"/>
                <a:cs typeface="Times New Roman"/>
              </a:rPr>
              <a:t>CSE</a:t>
            </a:r>
            <a:r>
              <a:rPr sz="140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(AI&amp;ML)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Times New Roman"/>
                <a:cs typeface="Times New Roman"/>
              </a:rPr>
              <a:t>S.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B.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JAIN</a:t>
            </a:r>
            <a:r>
              <a:rPr sz="1500" b="1" spc="-10" dirty="0">
                <a:latin typeface="Times New Roman"/>
                <a:cs typeface="Times New Roman"/>
              </a:rPr>
              <a:t> INSTITUTE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TECHNOLOGY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MANAGEMENT</a:t>
            </a:r>
            <a:r>
              <a:rPr sz="1500" b="1" spc="-114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AND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RESEARCH,</a:t>
            </a:r>
            <a:r>
              <a:rPr sz="1500" b="1" spc="-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NAGPUR</a:t>
            </a:r>
            <a:endParaRPr sz="150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270"/>
              </a:spcBef>
            </a:pPr>
            <a:r>
              <a:rPr sz="1500" b="1" spc="-20" dirty="0">
                <a:latin typeface="Times New Roman"/>
                <a:cs typeface="Times New Roman"/>
              </a:rPr>
              <a:t>An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Autonomous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Institute,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Affiliated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to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RTMNU,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Nagpur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100" dirty="0"/>
              <a:t> </a:t>
            </a:r>
            <a:r>
              <a:rPr spc="-10" dirty="0"/>
              <a:t>Statement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5" dirty="0"/>
              <a:t> </a:t>
            </a:r>
            <a:r>
              <a:rPr spc="-10" dirty="0"/>
              <a:t>Objectives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2081" y="1046441"/>
            <a:ext cx="8239125" cy="1381125"/>
            <a:chOff x="452081" y="1046441"/>
            <a:chExt cx="8239125" cy="1381125"/>
          </a:xfrm>
        </p:grpSpPr>
        <p:sp>
          <p:nvSpPr>
            <p:cNvPr id="5" name="object 5"/>
            <p:cNvSpPr/>
            <p:nvPr/>
          </p:nvSpPr>
          <p:spPr>
            <a:xfrm>
              <a:off x="456844" y="1051204"/>
              <a:ext cx="8229600" cy="1371600"/>
            </a:xfrm>
            <a:custGeom>
              <a:avLst/>
              <a:gdLst/>
              <a:ahLst/>
              <a:cxnLst/>
              <a:rect l="l" t="t" r="r" b="b"/>
              <a:pathLst>
                <a:path w="8229600" h="1371600">
                  <a:moveTo>
                    <a:pt x="815615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8" y="21458"/>
                  </a:lnTo>
                  <a:lnTo>
                    <a:pt x="607" y="63442"/>
                  </a:lnTo>
                  <a:lnTo>
                    <a:pt x="0" y="73075"/>
                  </a:lnTo>
                  <a:lnTo>
                    <a:pt x="0" y="1298511"/>
                  </a:lnTo>
                  <a:lnTo>
                    <a:pt x="5412" y="1326252"/>
                  </a:lnTo>
                  <a:lnTo>
                    <a:pt x="5464" y="1326407"/>
                  </a:lnTo>
                  <a:lnTo>
                    <a:pt x="36360" y="1361871"/>
                  </a:lnTo>
                  <a:lnTo>
                    <a:pt x="73075" y="1371600"/>
                  </a:lnTo>
                  <a:lnTo>
                    <a:pt x="8156511" y="1371231"/>
                  </a:lnTo>
                  <a:lnTo>
                    <a:pt x="8200889" y="1356140"/>
                  </a:lnTo>
                  <a:lnTo>
                    <a:pt x="8224052" y="1326407"/>
                  </a:lnTo>
                  <a:lnTo>
                    <a:pt x="8224129" y="1326252"/>
                  </a:lnTo>
                  <a:lnTo>
                    <a:pt x="8227109" y="1317367"/>
                  </a:lnTo>
                  <a:lnTo>
                    <a:pt x="8227169" y="1317190"/>
                  </a:lnTo>
                  <a:lnTo>
                    <a:pt x="8228953" y="1307989"/>
                  </a:lnTo>
                  <a:lnTo>
                    <a:pt x="8228992" y="1307789"/>
                  </a:lnTo>
                  <a:lnTo>
                    <a:pt x="8229577" y="1298511"/>
                  </a:lnTo>
                  <a:lnTo>
                    <a:pt x="8229600" y="1298155"/>
                  </a:lnTo>
                  <a:lnTo>
                    <a:pt x="8229231" y="73075"/>
                  </a:lnTo>
                  <a:lnTo>
                    <a:pt x="8214140" y="28698"/>
                  </a:lnTo>
                  <a:lnTo>
                    <a:pt x="8175190" y="2428"/>
                  </a:lnTo>
                  <a:lnTo>
                    <a:pt x="8165789" y="607"/>
                  </a:lnTo>
                  <a:lnTo>
                    <a:pt x="8156155" y="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6844" y="1051204"/>
              <a:ext cx="8229600" cy="1371600"/>
            </a:xfrm>
            <a:custGeom>
              <a:avLst/>
              <a:gdLst/>
              <a:ahLst/>
              <a:cxnLst/>
              <a:rect l="l" t="t" r="r" b="b"/>
              <a:pathLst>
                <a:path w="8229600" h="1371600">
                  <a:moveTo>
                    <a:pt x="0" y="73075"/>
                  </a:moveTo>
                  <a:lnTo>
                    <a:pt x="607" y="63442"/>
                  </a:lnTo>
                  <a:lnTo>
                    <a:pt x="2428" y="54041"/>
                  </a:lnTo>
                  <a:lnTo>
                    <a:pt x="28698" y="15091"/>
                  </a:lnTo>
                  <a:lnTo>
                    <a:pt x="73075" y="0"/>
                  </a:lnTo>
                  <a:lnTo>
                    <a:pt x="8156155" y="0"/>
                  </a:lnTo>
                  <a:lnTo>
                    <a:pt x="8200683" y="15096"/>
                  </a:lnTo>
                  <a:lnTo>
                    <a:pt x="8226802" y="54219"/>
                  </a:lnTo>
                  <a:lnTo>
                    <a:pt x="8229231" y="73075"/>
                  </a:lnTo>
                  <a:lnTo>
                    <a:pt x="8229600" y="1298155"/>
                  </a:lnTo>
                  <a:lnTo>
                    <a:pt x="8228992" y="1307789"/>
                  </a:lnTo>
                  <a:lnTo>
                    <a:pt x="8227169" y="1317190"/>
                  </a:lnTo>
                  <a:lnTo>
                    <a:pt x="8200889" y="1356140"/>
                  </a:lnTo>
                  <a:lnTo>
                    <a:pt x="8156511" y="1371231"/>
                  </a:lnTo>
                  <a:lnTo>
                    <a:pt x="73075" y="1371600"/>
                  </a:lnTo>
                  <a:lnTo>
                    <a:pt x="28548" y="1356490"/>
                  </a:lnTo>
                  <a:lnTo>
                    <a:pt x="2428" y="1317367"/>
                  </a:lnTo>
                  <a:lnTo>
                    <a:pt x="0" y="1298511"/>
                  </a:lnTo>
                  <a:lnTo>
                    <a:pt x="0" y="73075"/>
                  </a:lnTo>
                  <a:close/>
                </a:path>
              </a:pathLst>
            </a:custGeom>
            <a:ln w="93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2744" y="1123583"/>
            <a:ext cx="7588884" cy="99695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500" b="1" dirty="0">
                <a:solidFill>
                  <a:srgbClr val="C45910"/>
                </a:solidFill>
                <a:latin typeface="Calibri"/>
                <a:cs typeface="Calibri"/>
              </a:rPr>
              <a:t>Problem</a:t>
            </a:r>
            <a:r>
              <a:rPr sz="1500" b="1" spc="-65" dirty="0">
                <a:solidFill>
                  <a:srgbClr val="C45910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C45910"/>
                </a:solidFill>
                <a:latin typeface="Calibri"/>
                <a:cs typeface="Calibri"/>
              </a:rPr>
              <a:t>Statement</a:t>
            </a:r>
            <a:endParaRPr sz="1500">
              <a:latin typeface="Calibri"/>
              <a:cs typeface="Calibri"/>
            </a:endParaRPr>
          </a:p>
          <a:p>
            <a:pPr marL="12700" marR="5080" indent="38100">
              <a:lnSpc>
                <a:spcPct val="114799"/>
              </a:lnSpc>
            </a:pPr>
            <a:r>
              <a:rPr sz="1350" spc="-10" dirty="0">
                <a:latin typeface="Calibri"/>
                <a:cs typeface="Calibri"/>
              </a:rPr>
              <a:t>Develop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basic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Python-</a:t>
            </a:r>
            <a:r>
              <a:rPr sz="1350" dirty="0">
                <a:latin typeface="Calibri"/>
                <a:cs typeface="Calibri"/>
              </a:rPr>
              <a:t>based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Mad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Libs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Generator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that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collects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different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words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such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as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nouns,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verbs, adjectives,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places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from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user.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program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should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use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these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inputs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with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predefined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story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templates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to </a:t>
            </a:r>
            <a:r>
              <a:rPr sz="1350" spc="-20" dirty="0">
                <a:latin typeface="Calibri"/>
                <a:cs typeface="Calibri"/>
              </a:rPr>
              <a:t>generate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creative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entertaining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story..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073" y="3154324"/>
            <a:ext cx="4544060" cy="2377440"/>
          </a:xfrm>
          <a:custGeom>
            <a:avLst/>
            <a:gdLst/>
            <a:ahLst/>
            <a:cxnLst/>
            <a:rect l="l" t="t" r="r" b="b"/>
            <a:pathLst>
              <a:path w="4544060" h="2377440">
                <a:moveTo>
                  <a:pt x="4543920" y="0"/>
                </a:moveTo>
                <a:lnTo>
                  <a:pt x="0" y="0"/>
                </a:lnTo>
                <a:lnTo>
                  <a:pt x="0" y="2377071"/>
                </a:lnTo>
                <a:lnTo>
                  <a:pt x="2271966" y="2377071"/>
                </a:lnTo>
                <a:lnTo>
                  <a:pt x="4543920" y="2377071"/>
                </a:lnTo>
                <a:lnTo>
                  <a:pt x="4543920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4144" y="2737701"/>
            <a:ext cx="4247515" cy="2735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BF0000"/>
                </a:solidFill>
                <a:latin typeface="Calibri"/>
                <a:cs typeface="Calibri"/>
              </a:rPr>
              <a:t>Objectives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1700">
              <a:latin typeface="Calibri"/>
              <a:cs typeface="Calibri"/>
            </a:endParaRPr>
          </a:p>
          <a:p>
            <a:pPr marL="149860" indent="-133350">
              <a:lnSpc>
                <a:spcPct val="100000"/>
              </a:lnSpc>
              <a:buSzPct val="92592"/>
              <a:buAutoNum type="arabicPeriod"/>
              <a:tabLst>
                <a:tab pos="149860" algn="l"/>
              </a:tabLst>
            </a:pPr>
            <a:r>
              <a:rPr sz="1350" spc="-75" dirty="0">
                <a:latin typeface="Calibri"/>
                <a:cs typeface="Calibri"/>
              </a:rPr>
              <a:t>To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develop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simple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Mad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Libs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Generator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using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Python.</a:t>
            </a:r>
            <a:endParaRPr sz="1350">
              <a:latin typeface="Calibri"/>
              <a:cs typeface="Calibri"/>
            </a:endParaRPr>
          </a:p>
          <a:p>
            <a:pPr marL="200660" indent="-167005">
              <a:lnSpc>
                <a:spcPct val="100000"/>
              </a:lnSpc>
              <a:spcBef>
                <a:spcPts val="1620"/>
              </a:spcBef>
              <a:buSzPct val="92592"/>
              <a:buAutoNum type="arabicPeriod"/>
              <a:tabLst>
                <a:tab pos="200660" algn="l"/>
              </a:tabLst>
            </a:pPr>
            <a:r>
              <a:rPr sz="1350" spc="-75" dirty="0">
                <a:latin typeface="Calibri"/>
                <a:cs typeface="Calibri"/>
              </a:rPr>
              <a:t>To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collect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different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types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words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from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user.</a:t>
            </a:r>
            <a:endParaRPr sz="1350">
              <a:latin typeface="Calibri"/>
              <a:cs typeface="Calibri"/>
            </a:endParaRPr>
          </a:p>
          <a:p>
            <a:pPr marL="200660" indent="-167005">
              <a:lnSpc>
                <a:spcPct val="100000"/>
              </a:lnSpc>
              <a:spcBef>
                <a:spcPts val="1614"/>
              </a:spcBef>
              <a:buSzPct val="92592"/>
              <a:buAutoNum type="arabicPeriod"/>
              <a:tabLst>
                <a:tab pos="200660" algn="l"/>
              </a:tabLst>
            </a:pPr>
            <a:r>
              <a:rPr sz="1350" spc="-75" dirty="0">
                <a:latin typeface="Calibri"/>
                <a:cs typeface="Calibri"/>
              </a:rPr>
              <a:t>To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generate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creative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stories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using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predefined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templates</a:t>
            </a:r>
            <a:endParaRPr sz="1350">
              <a:latin typeface="Calibri"/>
              <a:cs typeface="Calibri"/>
            </a:endParaRPr>
          </a:p>
          <a:p>
            <a:pPr marL="33655" marR="5080" indent="-17145">
              <a:lnSpc>
                <a:spcPct val="100000"/>
              </a:lnSpc>
              <a:spcBef>
                <a:spcPts val="1620"/>
              </a:spcBef>
              <a:buSzPct val="92592"/>
              <a:buAutoNum type="arabicPeriod"/>
              <a:tabLst>
                <a:tab pos="149860" algn="l"/>
              </a:tabLst>
            </a:pPr>
            <a:r>
              <a:rPr sz="1350" spc="-75" dirty="0">
                <a:latin typeface="Calibri"/>
                <a:cs typeface="Calibri"/>
              </a:rPr>
              <a:t>	To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demonstrate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basic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Python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concepts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like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input,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variables, strings,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conditional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statements.</a:t>
            </a:r>
            <a:endParaRPr sz="1350">
              <a:latin typeface="Calibri"/>
              <a:cs typeface="Calibri"/>
            </a:endParaRPr>
          </a:p>
          <a:p>
            <a:pPr marL="200660" indent="-167005">
              <a:lnSpc>
                <a:spcPct val="100000"/>
              </a:lnSpc>
              <a:spcBef>
                <a:spcPts val="1615"/>
              </a:spcBef>
              <a:buSzPct val="92592"/>
              <a:buAutoNum type="arabicPeriod"/>
              <a:tabLst>
                <a:tab pos="200660" algn="l"/>
              </a:tabLst>
            </a:pPr>
            <a:r>
              <a:rPr sz="1350" spc="-75" dirty="0">
                <a:latin typeface="Calibri"/>
                <a:cs typeface="Calibri"/>
              </a:rPr>
              <a:t>To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make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program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interactive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entertaining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Algorithm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11480" y="1106284"/>
            <a:ext cx="475615" cy="475615"/>
            <a:chOff x="411480" y="1106284"/>
            <a:chExt cx="475615" cy="475615"/>
          </a:xfrm>
        </p:grpSpPr>
        <p:sp>
          <p:nvSpPr>
            <p:cNvPr id="5" name="object 5"/>
            <p:cNvSpPr/>
            <p:nvPr/>
          </p:nvSpPr>
          <p:spPr>
            <a:xfrm>
              <a:off x="502920" y="114300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480" y="1106284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5">
                  <a:moveTo>
                    <a:pt x="237959" y="0"/>
                  </a:moveTo>
                  <a:lnTo>
                    <a:pt x="176353" y="8007"/>
                  </a:lnTo>
                  <a:lnTo>
                    <a:pt x="118795" y="31673"/>
                  </a:lnTo>
                  <a:lnTo>
                    <a:pt x="69572" y="69429"/>
                  </a:lnTo>
                  <a:lnTo>
                    <a:pt x="31673" y="118795"/>
                  </a:lnTo>
                  <a:lnTo>
                    <a:pt x="8145" y="176036"/>
                  </a:lnTo>
                  <a:lnTo>
                    <a:pt x="0" y="237591"/>
                  </a:lnTo>
                  <a:lnTo>
                    <a:pt x="2064" y="268714"/>
                  </a:lnTo>
                  <a:lnTo>
                    <a:pt x="18071" y="328520"/>
                  </a:lnTo>
                  <a:lnTo>
                    <a:pt x="49038" y="382414"/>
                  </a:lnTo>
                  <a:lnTo>
                    <a:pt x="92936" y="426203"/>
                  </a:lnTo>
                  <a:lnTo>
                    <a:pt x="146882" y="457329"/>
                  </a:lnTo>
                  <a:lnTo>
                    <a:pt x="206837" y="473482"/>
                  </a:lnTo>
                  <a:lnTo>
                    <a:pt x="237959" y="475551"/>
                  </a:lnTo>
                  <a:lnTo>
                    <a:pt x="268875" y="473482"/>
                  </a:lnTo>
                  <a:lnTo>
                    <a:pt x="328676" y="457329"/>
                  </a:lnTo>
                  <a:lnTo>
                    <a:pt x="382621" y="426203"/>
                  </a:lnTo>
                  <a:lnTo>
                    <a:pt x="426519" y="382414"/>
                  </a:lnTo>
                  <a:lnTo>
                    <a:pt x="457486" y="328520"/>
                  </a:lnTo>
                  <a:lnTo>
                    <a:pt x="473499" y="268714"/>
                  </a:lnTo>
                  <a:lnTo>
                    <a:pt x="475564" y="237591"/>
                  </a:lnTo>
                  <a:lnTo>
                    <a:pt x="473499" y="206476"/>
                  </a:lnTo>
                  <a:lnTo>
                    <a:pt x="457486" y="146674"/>
                  </a:lnTo>
                  <a:lnTo>
                    <a:pt x="426519" y="92779"/>
                  </a:lnTo>
                  <a:lnTo>
                    <a:pt x="382621" y="48981"/>
                  </a:lnTo>
                  <a:lnTo>
                    <a:pt x="328676" y="17916"/>
                  </a:lnTo>
                  <a:lnTo>
                    <a:pt x="268875" y="2012"/>
                  </a:lnTo>
                  <a:lnTo>
                    <a:pt x="237959" y="0"/>
                  </a:lnTo>
                  <a:close/>
                </a:path>
              </a:pathLst>
            </a:custGeom>
            <a:solidFill>
              <a:srgbClr val="4ABD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93139" y="1087107"/>
            <a:ext cx="3014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BF0000"/>
                </a:solidFill>
                <a:latin typeface="Calibri"/>
                <a:cs typeface="Calibri"/>
              </a:rPr>
              <a:t>Start</a:t>
            </a:r>
            <a:r>
              <a:rPr sz="1600" b="1" spc="30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BF0000"/>
                </a:solidFill>
                <a:latin typeface="Calibri"/>
                <a:cs typeface="Calibri"/>
              </a:rPr>
              <a:t>Begin</a:t>
            </a:r>
            <a:r>
              <a:rPr sz="1200" spc="-2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Mad</a:t>
            </a:r>
            <a:r>
              <a:rPr sz="1400" spc="-6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BF0000"/>
                </a:solidFill>
                <a:latin typeface="Calibri"/>
                <a:cs typeface="Calibri"/>
              </a:rPr>
              <a:t>Libs</a:t>
            </a:r>
            <a:r>
              <a:rPr sz="12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BF0000"/>
                </a:solidFill>
                <a:latin typeface="Calibri"/>
                <a:cs typeface="Calibri"/>
              </a:rPr>
              <a:t>Generator</a:t>
            </a:r>
            <a:r>
              <a:rPr sz="1200" spc="-2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BF0000"/>
                </a:solidFill>
                <a:latin typeface="Calibri"/>
                <a:cs typeface="Calibri"/>
              </a:rPr>
              <a:t>program.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9346" y="1215618"/>
            <a:ext cx="1936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" dirty="0">
                <a:solidFill>
                  <a:srgbClr val="111727"/>
                </a:solidFill>
                <a:latin typeface="Calibri"/>
                <a:cs typeface="Calibri"/>
              </a:rPr>
              <a:t>0</a:t>
            </a:r>
            <a:r>
              <a:rPr sz="1200" b="1" spc="-600" dirty="0">
                <a:solidFill>
                  <a:srgbClr val="111727"/>
                </a:solidFill>
                <a:latin typeface="Calibri"/>
                <a:cs typeface="Calibri"/>
              </a:rPr>
              <a:t>1</a:t>
            </a:r>
            <a:r>
              <a:rPr sz="1400" b="1" spc="1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11124" y="2059203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49" y="8186"/>
                </a:lnTo>
                <a:lnTo>
                  <a:pt x="118795" y="32042"/>
                </a:lnTo>
                <a:lnTo>
                  <a:pt x="69562" y="69791"/>
                </a:lnTo>
                <a:lnTo>
                  <a:pt x="31673" y="119151"/>
                </a:lnTo>
                <a:lnTo>
                  <a:pt x="8140" y="176398"/>
                </a:lnTo>
                <a:lnTo>
                  <a:pt x="0" y="237959"/>
                </a:lnTo>
                <a:lnTo>
                  <a:pt x="2062" y="269075"/>
                </a:lnTo>
                <a:lnTo>
                  <a:pt x="18066" y="328876"/>
                </a:lnTo>
                <a:lnTo>
                  <a:pt x="49031" y="382771"/>
                </a:lnTo>
                <a:lnTo>
                  <a:pt x="92929" y="426569"/>
                </a:lnTo>
                <a:lnTo>
                  <a:pt x="146880" y="457634"/>
                </a:lnTo>
                <a:lnTo>
                  <a:pt x="206831" y="473538"/>
                </a:lnTo>
                <a:lnTo>
                  <a:pt x="237959" y="475551"/>
                </a:lnTo>
                <a:lnTo>
                  <a:pt x="268875" y="473538"/>
                </a:lnTo>
                <a:lnTo>
                  <a:pt x="328676" y="457634"/>
                </a:lnTo>
                <a:lnTo>
                  <a:pt x="382621" y="426569"/>
                </a:lnTo>
                <a:lnTo>
                  <a:pt x="426519" y="382771"/>
                </a:lnTo>
                <a:lnTo>
                  <a:pt x="457484" y="328876"/>
                </a:lnTo>
                <a:lnTo>
                  <a:pt x="473488" y="269075"/>
                </a:lnTo>
                <a:lnTo>
                  <a:pt x="475551" y="237959"/>
                </a:lnTo>
                <a:lnTo>
                  <a:pt x="473488" y="206842"/>
                </a:lnTo>
                <a:lnTo>
                  <a:pt x="457484" y="147032"/>
                </a:lnTo>
                <a:lnTo>
                  <a:pt x="426519" y="93137"/>
                </a:lnTo>
                <a:lnTo>
                  <a:pt x="382621" y="49348"/>
                </a:lnTo>
                <a:lnTo>
                  <a:pt x="328676" y="18221"/>
                </a:lnTo>
                <a:lnTo>
                  <a:pt x="268875" y="2068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8977" y="2193010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42798" y="292572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185"/>
                </a:lnTo>
                <a:lnTo>
                  <a:pt x="118795" y="32029"/>
                </a:lnTo>
                <a:lnTo>
                  <a:pt x="69573" y="69789"/>
                </a:lnTo>
                <a:lnTo>
                  <a:pt x="31686" y="119151"/>
                </a:lnTo>
                <a:lnTo>
                  <a:pt x="8147" y="176393"/>
                </a:lnTo>
                <a:lnTo>
                  <a:pt x="0" y="237959"/>
                </a:lnTo>
                <a:lnTo>
                  <a:pt x="2064" y="269075"/>
                </a:lnTo>
                <a:lnTo>
                  <a:pt x="18077" y="328876"/>
                </a:lnTo>
                <a:lnTo>
                  <a:pt x="49044" y="382771"/>
                </a:lnTo>
                <a:lnTo>
                  <a:pt x="92937" y="426569"/>
                </a:lnTo>
                <a:lnTo>
                  <a:pt x="146882" y="457634"/>
                </a:lnTo>
                <a:lnTo>
                  <a:pt x="206837" y="473538"/>
                </a:lnTo>
                <a:lnTo>
                  <a:pt x="237959" y="475551"/>
                </a:lnTo>
                <a:lnTo>
                  <a:pt x="268875" y="473538"/>
                </a:lnTo>
                <a:lnTo>
                  <a:pt x="328676" y="457634"/>
                </a:lnTo>
                <a:lnTo>
                  <a:pt x="382621" y="426569"/>
                </a:lnTo>
                <a:lnTo>
                  <a:pt x="426519" y="382771"/>
                </a:lnTo>
                <a:lnTo>
                  <a:pt x="457486" y="328876"/>
                </a:lnTo>
                <a:lnTo>
                  <a:pt x="473499" y="269075"/>
                </a:lnTo>
                <a:lnTo>
                  <a:pt x="475564" y="237959"/>
                </a:lnTo>
                <a:lnTo>
                  <a:pt x="473499" y="206837"/>
                </a:lnTo>
                <a:lnTo>
                  <a:pt x="457486" y="147030"/>
                </a:lnTo>
                <a:lnTo>
                  <a:pt x="426519" y="93137"/>
                </a:lnTo>
                <a:lnTo>
                  <a:pt x="382621" y="49342"/>
                </a:lnTo>
                <a:lnTo>
                  <a:pt x="328676" y="18216"/>
                </a:lnTo>
                <a:lnTo>
                  <a:pt x="268875" y="2068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0664" y="3059531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3321" y="384948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007"/>
                </a:lnTo>
                <a:lnTo>
                  <a:pt x="118795" y="31673"/>
                </a:lnTo>
                <a:lnTo>
                  <a:pt x="69567" y="69429"/>
                </a:lnTo>
                <a:lnTo>
                  <a:pt x="31673" y="118795"/>
                </a:lnTo>
                <a:lnTo>
                  <a:pt x="8145" y="176036"/>
                </a:lnTo>
                <a:lnTo>
                  <a:pt x="0" y="237591"/>
                </a:lnTo>
                <a:lnTo>
                  <a:pt x="2064" y="268714"/>
                </a:lnTo>
                <a:lnTo>
                  <a:pt x="18071" y="328520"/>
                </a:lnTo>
                <a:lnTo>
                  <a:pt x="49033" y="382414"/>
                </a:lnTo>
                <a:lnTo>
                  <a:pt x="92935" y="426203"/>
                </a:lnTo>
                <a:lnTo>
                  <a:pt x="146882" y="457329"/>
                </a:lnTo>
                <a:lnTo>
                  <a:pt x="206837" y="473482"/>
                </a:lnTo>
                <a:lnTo>
                  <a:pt x="237959" y="475551"/>
                </a:lnTo>
                <a:lnTo>
                  <a:pt x="268875" y="473482"/>
                </a:lnTo>
                <a:lnTo>
                  <a:pt x="328676" y="457329"/>
                </a:lnTo>
                <a:lnTo>
                  <a:pt x="382621" y="426203"/>
                </a:lnTo>
                <a:lnTo>
                  <a:pt x="426519" y="382414"/>
                </a:lnTo>
                <a:lnTo>
                  <a:pt x="457486" y="328520"/>
                </a:lnTo>
                <a:lnTo>
                  <a:pt x="473499" y="268714"/>
                </a:lnTo>
                <a:lnTo>
                  <a:pt x="475564" y="237591"/>
                </a:lnTo>
                <a:lnTo>
                  <a:pt x="473499" y="206476"/>
                </a:lnTo>
                <a:lnTo>
                  <a:pt x="457486" y="146674"/>
                </a:lnTo>
                <a:lnTo>
                  <a:pt x="426519" y="92779"/>
                </a:lnTo>
                <a:lnTo>
                  <a:pt x="382621" y="48981"/>
                </a:lnTo>
                <a:lnTo>
                  <a:pt x="328676" y="17916"/>
                </a:lnTo>
                <a:lnTo>
                  <a:pt x="268875" y="2012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11174" y="3982935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/>
                <a:cs typeface="Calibri"/>
              </a:rPr>
              <a:t>04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2798" y="4730394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013"/>
                </a:lnTo>
                <a:lnTo>
                  <a:pt x="118795" y="31686"/>
                </a:lnTo>
                <a:lnTo>
                  <a:pt x="69573" y="69442"/>
                </a:lnTo>
                <a:lnTo>
                  <a:pt x="31686" y="118808"/>
                </a:lnTo>
                <a:lnTo>
                  <a:pt x="8147" y="176044"/>
                </a:lnTo>
                <a:lnTo>
                  <a:pt x="0" y="237604"/>
                </a:lnTo>
                <a:lnTo>
                  <a:pt x="2064" y="268721"/>
                </a:lnTo>
                <a:lnTo>
                  <a:pt x="18077" y="328526"/>
                </a:lnTo>
                <a:lnTo>
                  <a:pt x="49044" y="382416"/>
                </a:lnTo>
                <a:lnTo>
                  <a:pt x="92937" y="426214"/>
                </a:lnTo>
                <a:lnTo>
                  <a:pt x="146882" y="457336"/>
                </a:lnTo>
                <a:lnTo>
                  <a:pt x="206837" y="473493"/>
                </a:lnTo>
                <a:lnTo>
                  <a:pt x="237959" y="475564"/>
                </a:lnTo>
                <a:lnTo>
                  <a:pt x="268875" y="473493"/>
                </a:lnTo>
                <a:lnTo>
                  <a:pt x="328676" y="457336"/>
                </a:lnTo>
                <a:lnTo>
                  <a:pt x="382621" y="426214"/>
                </a:lnTo>
                <a:lnTo>
                  <a:pt x="426519" y="382416"/>
                </a:lnTo>
                <a:lnTo>
                  <a:pt x="457486" y="328526"/>
                </a:lnTo>
                <a:lnTo>
                  <a:pt x="473499" y="268721"/>
                </a:lnTo>
                <a:lnTo>
                  <a:pt x="475564" y="237604"/>
                </a:lnTo>
                <a:lnTo>
                  <a:pt x="473499" y="206487"/>
                </a:lnTo>
                <a:lnTo>
                  <a:pt x="457486" y="146682"/>
                </a:lnTo>
                <a:lnTo>
                  <a:pt x="426519" y="92792"/>
                </a:lnTo>
                <a:lnTo>
                  <a:pt x="382621" y="48994"/>
                </a:lnTo>
                <a:lnTo>
                  <a:pt x="328676" y="17927"/>
                </a:lnTo>
                <a:lnTo>
                  <a:pt x="268875" y="2014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0664" y="4863858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/>
                <a:cs typeface="Calibri"/>
              </a:rPr>
              <a:t>05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9003" y="5533923"/>
            <a:ext cx="475615" cy="475615"/>
          </a:xfrm>
          <a:custGeom>
            <a:avLst/>
            <a:gdLst/>
            <a:ahLst/>
            <a:cxnLst/>
            <a:rect l="l" t="t" r="r" b="b"/>
            <a:pathLst>
              <a:path w="475615" h="475614">
                <a:moveTo>
                  <a:pt x="237959" y="0"/>
                </a:moveTo>
                <a:lnTo>
                  <a:pt x="176353" y="8007"/>
                </a:lnTo>
                <a:lnTo>
                  <a:pt x="118795" y="31673"/>
                </a:lnTo>
                <a:lnTo>
                  <a:pt x="69562" y="69429"/>
                </a:lnTo>
                <a:lnTo>
                  <a:pt x="31673" y="118795"/>
                </a:lnTo>
                <a:lnTo>
                  <a:pt x="8140" y="176036"/>
                </a:lnTo>
                <a:lnTo>
                  <a:pt x="0" y="237591"/>
                </a:lnTo>
                <a:lnTo>
                  <a:pt x="2062" y="268714"/>
                </a:lnTo>
                <a:lnTo>
                  <a:pt x="18066" y="328520"/>
                </a:lnTo>
                <a:lnTo>
                  <a:pt x="49031" y="382414"/>
                </a:lnTo>
                <a:lnTo>
                  <a:pt x="92929" y="426208"/>
                </a:lnTo>
                <a:lnTo>
                  <a:pt x="146882" y="457334"/>
                </a:lnTo>
                <a:lnTo>
                  <a:pt x="206837" y="473482"/>
                </a:lnTo>
                <a:lnTo>
                  <a:pt x="237959" y="475551"/>
                </a:lnTo>
                <a:lnTo>
                  <a:pt x="268875" y="473482"/>
                </a:lnTo>
                <a:lnTo>
                  <a:pt x="328676" y="457334"/>
                </a:lnTo>
                <a:lnTo>
                  <a:pt x="382621" y="426208"/>
                </a:lnTo>
                <a:lnTo>
                  <a:pt x="426519" y="382414"/>
                </a:lnTo>
                <a:lnTo>
                  <a:pt x="457484" y="328520"/>
                </a:lnTo>
                <a:lnTo>
                  <a:pt x="473488" y="268714"/>
                </a:lnTo>
                <a:lnTo>
                  <a:pt x="475551" y="237591"/>
                </a:lnTo>
                <a:lnTo>
                  <a:pt x="473488" y="206476"/>
                </a:lnTo>
                <a:lnTo>
                  <a:pt x="457484" y="146674"/>
                </a:lnTo>
                <a:lnTo>
                  <a:pt x="426519" y="92779"/>
                </a:lnTo>
                <a:lnTo>
                  <a:pt x="382621" y="48981"/>
                </a:lnTo>
                <a:lnTo>
                  <a:pt x="328676" y="17916"/>
                </a:lnTo>
                <a:lnTo>
                  <a:pt x="268875" y="2012"/>
                </a:lnTo>
                <a:lnTo>
                  <a:pt x="237959" y="0"/>
                </a:lnTo>
                <a:close/>
              </a:path>
            </a:pathLst>
          </a:custGeom>
          <a:solidFill>
            <a:srgbClr val="4ABD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06856" y="5667375"/>
            <a:ext cx="1797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111727"/>
                </a:solidFill>
                <a:latin typeface="Calibri"/>
                <a:cs typeface="Calibri"/>
              </a:rPr>
              <a:t>06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3144" y="2073503"/>
            <a:ext cx="49860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b="1" dirty="0">
                <a:solidFill>
                  <a:srgbClr val="BF0000"/>
                </a:solidFill>
                <a:latin typeface="Calibri"/>
                <a:cs typeface="Calibri"/>
              </a:rPr>
              <a:t>Choose</a:t>
            </a:r>
            <a:r>
              <a:rPr sz="1250" b="1" spc="-5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F0000"/>
                </a:solidFill>
                <a:latin typeface="Calibri"/>
                <a:cs typeface="Calibri"/>
              </a:rPr>
              <a:t>Template</a:t>
            </a:r>
            <a:r>
              <a:rPr sz="1250" b="1" spc="21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Display</a:t>
            </a:r>
            <a:r>
              <a:rPr sz="1400" spc="-7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250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menu</a:t>
            </a:r>
            <a:r>
              <a:rPr sz="1250" spc="-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and</a:t>
            </a:r>
            <a:r>
              <a:rPr sz="1250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let</a:t>
            </a:r>
            <a:r>
              <a:rPr sz="1250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250" spc="-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user</a:t>
            </a:r>
            <a:r>
              <a:rPr sz="1250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select</a:t>
            </a:r>
            <a:r>
              <a:rPr sz="1250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a</a:t>
            </a:r>
            <a:r>
              <a:rPr sz="1250" spc="-4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BF0000"/>
                </a:solidFill>
                <a:latin typeface="Calibri"/>
                <a:cs typeface="Calibri"/>
              </a:rPr>
              <a:t>story</a:t>
            </a:r>
            <a:r>
              <a:rPr sz="1250" spc="-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BF0000"/>
                </a:solidFill>
                <a:latin typeface="Calibri"/>
                <a:cs typeface="Calibri"/>
              </a:rPr>
              <a:t>template.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83144" y="3086176"/>
            <a:ext cx="45923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30" dirty="0">
                <a:solidFill>
                  <a:srgbClr val="BF0000"/>
                </a:solidFill>
                <a:latin typeface="Calibri"/>
                <a:cs typeface="Calibri"/>
              </a:rPr>
              <a:t>Take</a:t>
            </a:r>
            <a:r>
              <a:rPr sz="1400" b="1" spc="-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Inputs</a:t>
            </a:r>
            <a:r>
              <a:rPr sz="1400" b="1" spc="25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Ask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for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words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such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as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name,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noun,</a:t>
            </a:r>
            <a:r>
              <a:rPr sz="1400" spc="-4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verb,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adjective,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adverb</a:t>
            </a:r>
            <a:r>
              <a:rPr sz="1400" spc="-5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and</a:t>
            </a:r>
            <a:r>
              <a:rPr sz="1400" spc="-5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place.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74216" y="3977538"/>
            <a:ext cx="5525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Build</a:t>
            </a:r>
            <a:r>
              <a:rPr sz="1400" b="1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Story</a:t>
            </a:r>
            <a:r>
              <a:rPr sz="1400" b="1" spc="26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Insert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entered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words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into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selected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predefined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template.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4785" y="4890503"/>
            <a:ext cx="3937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Generate</a:t>
            </a:r>
            <a:r>
              <a:rPr sz="1400" b="1" spc="25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Create</a:t>
            </a:r>
            <a:r>
              <a:rPr sz="1400" spc="-2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complete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entertaining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story.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74584" y="5658739"/>
            <a:ext cx="46513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Display</a:t>
            </a:r>
            <a:r>
              <a:rPr sz="1400" b="1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&amp;</a:t>
            </a:r>
            <a:r>
              <a:rPr sz="1400" b="1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F0000"/>
                </a:solidFill>
                <a:latin typeface="Calibri"/>
                <a:cs typeface="Calibri"/>
              </a:rPr>
              <a:t>Stop</a:t>
            </a:r>
            <a:r>
              <a:rPr sz="1400" b="1" spc="254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Show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generated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story</a:t>
            </a:r>
            <a:r>
              <a:rPr sz="1400" spc="-30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end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F0000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F0000"/>
                </a:solidFill>
                <a:latin typeface="Calibri"/>
                <a:cs typeface="Calibri"/>
              </a:rPr>
              <a:t>program.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Pseudocode</a:t>
            </a:r>
            <a:r>
              <a:rPr spc="-75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spc="-10" dirty="0"/>
              <a:t>Flowchart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60997" y="863917"/>
            <a:ext cx="5084445" cy="4951095"/>
            <a:chOff x="360997" y="863917"/>
            <a:chExt cx="5084445" cy="4951095"/>
          </a:xfrm>
        </p:grpSpPr>
        <p:sp>
          <p:nvSpPr>
            <p:cNvPr id="5" name="object 5"/>
            <p:cNvSpPr/>
            <p:nvPr/>
          </p:nvSpPr>
          <p:spPr>
            <a:xfrm>
              <a:off x="365759" y="868680"/>
              <a:ext cx="5074920" cy="4941570"/>
            </a:xfrm>
            <a:custGeom>
              <a:avLst/>
              <a:gdLst/>
              <a:ahLst/>
              <a:cxnLst/>
              <a:rect l="l" t="t" r="r" b="b"/>
              <a:pathLst>
                <a:path w="5074920" h="4941570">
                  <a:moveTo>
                    <a:pt x="5021275" y="0"/>
                  </a:moveTo>
                  <a:lnTo>
                    <a:pt x="53276" y="0"/>
                  </a:lnTo>
                  <a:lnTo>
                    <a:pt x="45496" y="466"/>
                  </a:lnTo>
                  <a:lnTo>
                    <a:pt x="46069" y="466"/>
                  </a:lnTo>
                  <a:lnTo>
                    <a:pt x="39555" y="1709"/>
                  </a:lnTo>
                  <a:lnTo>
                    <a:pt x="7200" y="26644"/>
                  </a:lnTo>
                  <a:lnTo>
                    <a:pt x="0" y="53276"/>
                  </a:lnTo>
                  <a:lnTo>
                    <a:pt x="0" y="4887722"/>
                  </a:lnTo>
                  <a:lnTo>
                    <a:pt x="397" y="4894358"/>
                  </a:lnTo>
                  <a:lnTo>
                    <a:pt x="416" y="4894669"/>
                  </a:lnTo>
                  <a:lnTo>
                    <a:pt x="1667" y="4901223"/>
                  </a:lnTo>
                  <a:lnTo>
                    <a:pt x="1709" y="4901447"/>
                  </a:lnTo>
                  <a:lnTo>
                    <a:pt x="3878" y="4907815"/>
                  </a:lnTo>
                  <a:lnTo>
                    <a:pt x="32827" y="4936899"/>
                  </a:lnTo>
                  <a:lnTo>
                    <a:pt x="46829" y="4940642"/>
                  </a:lnTo>
                  <a:lnTo>
                    <a:pt x="47938" y="4940642"/>
                  </a:lnTo>
                  <a:lnTo>
                    <a:pt x="53276" y="4940998"/>
                  </a:lnTo>
                  <a:lnTo>
                    <a:pt x="5021643" y="4940642"/>
                  </a:lnTo>
                  <a:lnTo>
                    <a:pt x="5059216" y="4925067"/>
                  </a:lnTo>
                  <a:lnTo>
                    <a:pt x="5074391" y="4894669"/>
                  </a:lnTo>
                  <a:lnTo>
                    <a:pt x="5074453" y="4894358"/>
                  </a:lnTo>
                  <a:lnTo>
                    <a:pt x="5074895" y="4887722"/>
                  </a:lnTo>
                  <a:lnTo>
                    <a:pt x="5074920" y="4887353"/>
                  </a:lnTo>
                  <a:lnTo>
                    <a:pt x="5074564" y="53276"/>
                  </a:lnTo>
                  <a:lnTo>
                    <a:pt x="5058989" y="15703"/>
                  </a:lnTo>
                  <a:lnTo>
                    <a:pt x="5028272" y="466"/>
                  </a:lnTo>
                  <a:lnTo>
                    <a:pt x="5021275" y="0"/>
                  </a:lnTo>
                  <a:close/>
                </a:path>
              </a:pathLst>
            </a:custGeom>
            <a:solidFill>
              <a:srgbClr val="F1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59" y="868680"/>
              <a:ext cx="5074920" cy="4941570"/>
            </a:xfrm>
            <a:custGeom>
              <a:avLst/>
              <a:gdLst/>
              <a:ahLst/>
              <a:cxnLst/>
              <a:rect l="l" t="t" r="r" b="b"/>
              <a:pathLst>
                <a:path w="5074920" h="4941570">
                  <a:moveTo>
                    <a:pt x="0" y="53276"/>
                  </a:moveTo>
                  <a:lnTo>
                    <a:pt x="466" y="46279"/>
                  </a:lnTo>
                  <a:lnTo>
                    <a:pt x="1843" y="39417"/>
                  </a:lnTo>
                  <a:lnTo>
                    <a:pt x="26644" y="7200"/>
                  </a:lnTo>
                  <a:lnTo>
                    <a:pt x="53276" y="0"/>
                  </a:lnTo>
                  <a:lnTo>
                    <a:pt x="5021275" y="0"/>
                  </a:lnTo>
                  <a:lnTo>
                    <a:pt x="5058989" y="15703"/>
                  </a:lnTo>
                  <a:lnTo>
                    <a:pt x="5074564" y="53276"/>
                  </a:lnTo>
                  <a:lnTo>
                    <a:pt x="5074920" y="4887353"/>
                  </a:lnTo>
                  <a:lnTo>
                    <a:pt x="5074453" y="4894358"/>
                  </a:lnTo>
                  <a:lnTo>
                    <a:pt x="5073076" y="4901223"/>
                  </a:lnTo>
                  <a:lnTo>
                    <a:pt x="5048275" y="4933442"/>
                  </a:lnTo>
                  <a:lnTo>
                    <a:pt x="53276" y="4940998"/>
                  </a:lnTo>
                  <a:lnTo>
                    <a:pt x="15570" y="4925294"/>
                  </a:lnTo>
                  <a:lnTo>
                    <a:pt x="0" y="4887722"/>
                  </a:lnTo>
                  <a:lnTo>
                    <a:pt x="0" y="53276"/>
                  </a:lnTo>
                  <a:close/>
                </a:path>
              </a:pathLst>
            </a:custGeom>
            <a:ln w="9359">
              <a:solidFill>
                <a:srgbClr val="6D8B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9724" y="1463763"/>
              <a:ext cx="4709795" cy="3703954"/>
            </a:xfrm>
            <a:custGeom>
              <a:avLst/>
              <a:gdLst/>
              <a:ahLst/>
              <a:cxnLst/>
              <a:rect l="l" t="t" r="r" b="b"/>
              <a:pathLst>
                <a:path w="4709795" h="3703954">
                  <a:moveTo>
                    <a:pt x="617753" y="0"/>
                  </a:moveTo>
                  <a:lnTo>
                    <a:pt x="563774" y="2382"/>
                  </a:lnTo>
                  <a:lnTo>
                    <a:pt x="510394" y="9464"/>
                  </a:lnTo>
                  <a:lnTo>
                    <a:pt x="457914" y="21145"/>
                  </a:lnTo>
                  <a:lnTo>
                    <a:pt x="406634" y="37326"/>
                  </a:lnTo>
                  <a:lnTo>
                    <a:pt x="356854" y="57908"/>
                  </a:lnTo>
                  <a:lnTo>
                    <a:pt x="308876" y="82791"/>
                  </a:lnTo>
                  <a:lnTo>
                    <a:pt x="263407" y="111891"/>
                  </a:lnTo>
                  <a:lnTo>
                    <a:pt x="220757" y="144691"/>
                  </a:lnTo>
                  <a:lnTo>
                    <a:pt x="181168" y="180989"/>
                  </a:lnTo>
                  <a:lnTo>
                    <a:pt x="144879" y="220586"/>
                  </a:lnTo>
                  <a:lnTo>
                    <a:pt x="112050" y="263407"/>
                  </a:lnTo>
                  <a:lnTo>
                    <a:pt x="83159" y="308876"/>
                  </a:lnTo>
                  <a:lnTo>
                    <a:pt x="58147" y="356705"/>
                  </a:lnTo>
                  <a:lnTo>
                    <a:pt x="37528" y="406384"/>
                  </a:lnTo>
                  <a:lnTo>
                    <a:pt x="21369" y="457603"/>
                  </a:lnTo>
                  <a:lnTo>
                    <a:pt x="9741" y="510052"/>
                  </a:lnTo>
                  <a:lnTo>
                    <a:pt x="2713" y="563420"/>
                  </a:lnTo>
                  <a:lnTo>
                    <a:pt x="355" y="617397"/>
                  </a:lnTo>
                  <a:lnTo>
                    <a:pt x="0" y="3086277"/>
                  </a:lnTo>
                  <a:lnTo>
                    <a:pt x="2382" y="3140256"/>
                  </a:lnTo>
                  <a:lnTo>
                    <a:pt x="9464" y="3193636"/>
                  </a:lnTo>
                  <a:lnTo>
                    <a:pt x="21145" y="3246116"/>
                  </a:lnTo>
                  <a:lnTo>
                    <a:pt x="37326" y="3297396"/>
                  </a:lnTo>
                  <a:lnTo>
                    <a:pt x="57823" y="3346970"/>
                  </a:lnTo>
                  <a:lnTo>
                    <a:pt x="57908" y="3347176"/>
                  </a:lnTo>
                  <a:lnTo>
                    <a:pt x="82791" y="3395154"/>
                  </a:lnTo>
                  <a:lnTo>
                    <a:pt x="111890" y="3440623"/>
                  </a:lnTo>
                  <a:lnTo>
                    <a:pt x="144688" y="3483273"/>
                  </a:lnTo>
                  <a:lnTo>
                    <a:pt x="180984" y="3522862"/>
                  </a:lnTo>
                  <a:lnTo>
                    <a:pt x="220580" y="3559151"/>
                  </a:lnTo>
                  <a:lnTo>
                    <a:pt x="263277" y="3591901"/>
                  </a:lnTo>
                  <a:lnTo>
                    <a:pt x="308876" y="3620871"/>
                  </a:lnTo>
                  <a:lnTo>
                    <a:pt x="356705" y="3645883"/>
                  </a:lnTo>
                  <a:lnTo>
                    <a:pt x="406384" y="3666503"/>
                  </a:lnTo>
                  <a:lnTo>
                    <a:pt x="457603" y="3682661"/>
                  </a:lnTo>
                  <a:lnTo>
                    <a:pt x="510052" y="3694289"/>
                  </a:lnTo>
                  <a:lnTo>
                    <a:pt x="563420" y="3701317"/>
                  </a:lnTo>
                  <a:lnTo>
                    <a:pt x="617397" y="3703675"/>
                  </a:lnTo>
                  <a:lnTo>
                    <a:pt x="4092117" y="3703675"/>
                  </a:lnTo>
                  <a:lnTo>
                    <a:pt x="4145517" y="3701317"/>
                  </a:lnTo>
                  <a:lnTo>
                    <a:pt x="4145903" y="3701317"/>
                  </a:lnTo>
                  <a:lnTo>
                    <a:pt x="4198859" y="3694289"/>
                  </a:lnTo>
                  <a:lnTo>
                    <a:pt x="4199108" y="3694289"/>
                  </a:lnTo>
                  <a:lnTo>
                    <a:pt x="4251956" y="3682523"/>
                  </a:lnTo>
                  <a:lnTo>
                    <a:pt x="4303236" y="3666339"/>
                  </a:lnTo>
                  <a:lnTo>
                    <a:pt x="4353016" y="3645755"/>
                  </a:lnTo>
                  <a:lnTo>
                    <a:pt x="4400994" y="3620871"/>
                  </a:lnTo>
                  <a:lnTo>
                    <a:pt x="4446268" y="3591901"/>
                  </a:lnTo>
                  <a:lnTo>
                    <a:pt x="4489113" y="3558980"/>
                  </a:lnTo>
                  <a:lnTo>
                    <a:pt x="4528702" y="3522684"/>
                  </a:lnTo>
                  <a:lnTo>
                    <a:pt x="4564991" y="3483088"/>
                  </a:lnTo>
                  <a:lnTo>
                    <a:pt x="4597741" y="3440393"/>
                  </a:lnTo>
                  <a:lnTo>
                    <a:pt x="4626711" y="3394798"/>
                  </a:lnTo>
                  <a:lnTo>
                    <a:pt x="4651615" y="3347176"/>
                  </a:lnTo>
                  <a:lnTo>
                    <a:pt x="4672299" y="3297396"/>
                  </a:lnTo>
                  <a:lnTo>
                    <a:pt x="4688487" y="3246116"/>
                  </a:lnTo>
                  <a:lnTo>
                    <a:pt x="4700126" y="3193636"/>
                  </a:lnTo>
                  <a:lnTo>
                    <a:pt x="4707157" y="3140256"/>
                  </a:lnTo>
                  <a:lnTo>
                    <a:pt x="4709515" y="3086277"/>
                  </a:lnTo>
                  <a:lnTo>
                    <a:pt x="4709499" y="617397"/>
                  </a:lnTo>
                  <a:lnTo>
                    <a:pt x="4707131" y="563774"/>
                  </a:lnTo>
                  <a:lnTo>
                    <a:pt x="4700047" y="510394"/>
                  </a:lnTo>
                  <a:lnTo>
                    <a:pt x="4688363" y="457914"/>
                  </a:lnTo>
                  <a:lnTo>
                    <a:pt x="4672179" y="406634"/>
                  </a:lnTo>
                  <a:lnTo>
                    <a:pt x="4651595" y="356854"/>
                  </a:lnTo>
                  <a:lnTo>
                    <a:pt x="4626711" y="308876"/>
                  </a:lnTo>
                  <a:lnTo>
                    <a:pt x="4597616" y="263407"/>
                  </a:lnTo>
                  <a:lnTo>
                    <a:pt x="4564820" y="220757"/>
                  </a:lnTo>
                  <a:lnTo>
                    <a:pt x="4528524" y="181168"/>
                  </a:lnTo>
                  <a:lnTo>
                    <a:pt x="4488928" y="144879"/>
                  </a:lnTo>
                  <a:lnTo>
                    <a:pt x="4446233" y="112129"/>
                  </a:lnTo>
                  <a:lnTo>
                    <a:pt x="4400638" y="83159"/>
                  </a:lnTo>
                  <a:lnTo>
                    <a:pt x="4352810" y="58147"/>
                  </a:lnTo>
                  <a:lnTo>
                    <a:pt x="4303131" y="37528"/>
                  </a:lnTo>
                  <a:lnTo>
                    <a:pt x="4251912" y="21369"/>
                  </a:lnTo>
                  <a:lnTo>
                    <a:pt x="4199463" y="9741"/>
                  </a:lnTo>
                  <a:lnTo>
                    <a:pt x="4146095" y="2713"/>
                  </a:lnTo>
                  <a:lnTo>
                    <a:pt x="4092117" y="355"/>
                  </a:lnTo>
                  <a:lnTo>
                    <a:pt x="617753" y="0"/>
                  </a:lnTo>
                  <a:close/>
                </a:path>
              </a:pathLst>
            </a:custGeom>
            <a:solidFill>
              <a:srgbClr val="0E15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9724" y="1463763"/>
              <a:ext cx="4709795" cy="3703954"/>
            </a:xfrm>
            <a:custGeom>
              <a:avLst/>
              <a:gdLst/>
              <a:ahLst/>
              <a:cxnLst/>
              <a:rect l="l" t="t" r="r" b="b"/>
              <a:pathLst>
                <a:path w="4709795" h="3703954">
                  <a:moveTo>
                    <a:pt x="355" y="617397"/>
                  </a:moveTo>
                  <a:lnTo>
                    <a:pt x="2713" y="563420"/>
                  </a:lnTo>
                  <a:lnTo>
                    <a:pt x="9741" y="510052"/>
                  </a:lnTo>
                  <a:lnTo>
                    <a:pt x="21369" y="457603"/>
                  </a:lnTo>
                  <a:lnTo>
                    <a:pt x="37528" y="406384"/>
                  </a:lnTo>
                  <a:lnTo>
                    <a:pt x="58147" y="356705"/>
                  </a:lnTo>
                  <a:lnTo>
                    <a:pt x="83159" y="308876"/>
                  </a:lnTo>
                  <a:lnTo>
                    <a:pt x="112129" y="263282"/>
                  </a:lnTo>
                  <a:lnTo>
                    <a:pt x="144879" y="220586"/>
                  </a:lnTo>
                  <a:lnTo>
                    <a:pt x="181168" y="180989"/>
                  </a:lnTo>
                  <a:lnTo>
                    <a:pt x="220757" y="144691"/>
                  </a:lnTo>
                  <a:lnTo>
                    <a:pt x="263407" y="111891"/>
                  </a:lnTo>
                  <a:lnTo>
                    <a:pt x="308876" y="82791"/>
                  </a:lnTo>
                  <a:lnTo>
                    <a:pt x="356854" y="57908"/>
                  </a:lnTo>
                  <a:lnTo>
                    <a:pt x="406634" y="37326"/>
                  </a:lnTo>
                  <a:lnTo>
                    <a:pt x="457914" y="21145"/>
                  </a:lnTo>
                  <a:lnTo>
                    <a:pt x="510394" y="9464"/>
                  </a:lnTo>
                  <a:lnTo>
                    <a:pt x="563774" y="2382"/>
                  </a:lnTo>
                  <a:lnTo>
                    <a:pt x="617753" y="0"/>
                  </a:lnTo>
                  <a:lnTo>
                    <a:pt x="4092117" y="355"/>
                  </a:lnTo>
                  <a:lnTo>
                    <a:pt x="4146095" y="2713"/>
                  </a:lnTo>
                  <a:lnTo>
                    <a:pt x="4199463" y="9741"/>
                  </a:lnTo>
                  <a:lnTo>
                    <a:pt x="4251912" y="21369"/>
                  </a:lnTo>
                  <a:lnTo>
                    <a:pt x="4303131" y="37528"/>
                  </a:lnTo>
                  <a:lnTo>
                    <a:pt x="4352810" y="58147"/>
                  </a:lnTo>
                  <a:lnTo>
                    <a:pt x="4400638" y="83159"/>
                  </a:lnTo>
                  <a:lnTo>
                    <a:pt x="4446233" y="112129"/>
                  </a:lnTo>
                  <a:lnTo>
                    <a:pt x="4488928" y="144879"/>
                  </a:lnTo>
                  <a:lnTo>
                    <a:pt x="4528524" y="181168"/>
                  </a:lnTo>
                  <a:lnTo>
                    <a:pt x="4564820" y="220757"/>
                  </a:lnTo>
                  <a:lnTo>
                    <a:pt x="4597616" y="263407"/>
                  </a:lnTo>
                  <a:lnTo>
                    <a:pt x="4626711" y="308876"/>
                  </a:lnTo>
                  <a:lnTo>
                    <a:pt x="4651595" y="356854"/>
                  </a:lnTo>
                  <a:lnTo>
                    <a:pt x="4672179" y="406634"/>
                  </a:lnTo>
                  <a:lnTo>
                    <a:pt x="4688363" y="457914"/>
                  </a:lnTo>
                  <a:lnTo>
                    <a:pt x="4700047" y="510394"/>
                  </a:lnTo>
                  <a:lnTo>
                    <a:pt x="4707131" y="563774"/>
                  </a:lnTo>
                  <a:lnTo>
                    <a:pt x="4709515" y="617753"/>
                  </a:lnTo>
                  <a:lnTo>
                    <a:pt x="4709515" y="3086277"/>
                  </a:lnTo>
                  <a:lnTo>
                    <a:pt x="4707157" y="3140255"/>
                  </a:lnTo>
                  <a:lnTo>
                    <a:pt x="4700129" y="3193623"/>
                  </a:lnTo>
                  <a:lnTo>
                    <a:pt x="4688501" y="3246072"/>
                  </a:lnTo>
                  <a:lnTo>
                    <a:pt x="4672343" y="3297291"/>
                  </a:lnTo>
                  <a:lnTo>
                    <a:pt x="4651723" y="3346970"/>
                  </a:lnTo>
                  <a:lnTo>
                    <a:pt x="4626711" y="3394798"/>
                  </a:lnTo>
                  <a:lnTo>
                    <a:pt x="4597741" y="3440393"/>
                  </a:lnTo>
                  <a:lnTo>
                    <a:pt x="4564991" y="3483088"/>
                  </a:lnTo>
                  <a:lnTo>
                    <a:pt x="4528702" y="3522684"/>
                  </a:lnTo>
                  <a:lnTo>
                    <a:pt x="4489113" y="3558980"/>
                  </a:lnTo>
                  <a:lnTo>
                    <a:pt x="4446463" y="3591776"/>
                  </a:lnTo>
                  <a:lnTo>
                    <a:pt x="4400994" y="3620871"/>
                  </a:lnTo>
                  <a:lnTo>
                    <a:pt x="4353016" y="3645755"/>
                  </a:lnTo>
                  <a:lnTo>
                    <a:pt x="4303236" y="3666339"/>
                  </a:lnTo>
                  <a:lnTo>
                    <a:pt x="4251956" y="3682523"/>
                  </a:lnTo>
                  <a:lnTo>
                    <a:pt x="4199476" y="3694207"/>
                  </a:lnTo>
                  <a:lnTo>
                    <a:pt x="4146096" y="3701291"/>
                  </a:lnTo>
                  <a:lnTo>
                    <a:pt x="4092117" y="3703675"/>
                  </a:lnTo>
                  <a:lnTo>
                    <a:pt x="617397" y="3703675"/>
                  </a:lnTo>
                  <a:lnTo>
                    <a:pt x="563420" y="3701317"/>
                  </a:lnTo>
                  <a:lnTo>
                    <a:pt x="510052" y="3694289"/>
                  </a:lnTo>
                  <a:lnTo>
                    <a:pt x="457603" y="3682661"/>
                  </a:lnTo>
                  <a:lnTo>
                    <a:pt x="406384" y="3666503"/>
                  </a:lnTo>
                  <a:lnTo>
                    <a:pt x="356705" y="3645883"/>
                  </a:lnTo>
                  <a:lnTo>
                    <a:pt x="308876" y="3620871"/>
                  </a:lnTo>
                  <a:lnTo>
                    <a:pt x="263277" y="3591901"/>
                  </a:lnTo>
                  <a:lnTo>
                    <a:pt x="220580" y="3559151"/>
                  </a:lnTo>
                  <a:lnTo>
                    <a:pt x="180984" y="3522862"/>
                  </a:lnTo>
                  <a:lnTo>
                    <a:pt x="144688" y="3483273"/>
                  </a:lnTo>
                  <a:lnTo>
                    <a:pt x="111890" y="3440623"/>
                  </a:lnTo>
                  <a:lnTo>
                    <a:pt x="82791" y="3395154"/>
                  </a:lnTo>
                  <a:lnTo>
                    <a:pt x="57908" y="3347176"/>
                  </a:lnTo>
                  <a:lnTo>
                    <a:pt x="37326" y="3297396"/>
                  </a:lnTo>
                  <a:lnTo>
                    <a:pt x="21145" y="3246116"/>
                  </a:lnTo>
                  <a:lnTo>
                    <a:pt x="9464" y="3193636"/>
                  </a:lnTo>
                  <a:lnTo>
                    <a:pt x="2382" y="3140256"/>
                  </a:lnTo>
                  <a:lnTo>
                    <a:pt x="0" y="3086277"/>
                  </a:lnTo>
                  <a:lnTo>
                    <a:pt x="355" y="617397"/>
                  </a:lnTo>
                  <a:close/>
                </a:path>
              </a:pathLst>
            </a:custGeom>
            <a:ln w="6479">
              <a:solidFill>
                <a:srgbClr val="2BB9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6700" y="1990377"/>
            <a:ext cx="3354070" cy="262890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607060" algn="ctr">
              <a:lnSpc>
                <a:spcPct val="100000"/>
              </a:lnSpc>
              <a:spcBef>
                <a:spcPts val="635"/>
              </a:spcBef>
            </a:pPr>
            <a:r>
              <a:rPr sz="1200" b="1" spc="-10" dirty="0">
                <a:solidFill>
                  <a:srgbClr val="DFEAF4"/>
                </a:solidFill>
                <a:latin typeface="Courier New"/>
                <a:cs typeface="Courier New"/>
              </a:rPr>
              <a:t>START</a:t>
            </a:r>
            <a:endParaRPr sz="1200">
              <a:latin typeface="Courier New"/>
              <a:cs typeface="Courier New"/>
            </a:endParaRPr>
          </a:p>
          <a:p>
            <a:pPr marL="12700" marR="516890">
              <a:lnSpc>
                <a:spcPts val="1839"/>
              </a:lnSpc>
              <a:spcBef>
                <a:spcPts val="145"/>
              </a:spcBef>
            </a:pP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Display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available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story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templates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Ask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user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to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choose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a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template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Collect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required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words:</a:t>
            </a:r>
            <a:endParaRPr sz="1100">
              <a:latin typeface="Courier New"/>
              <a:cs typeface="Courier New"/>
            </a:endParaRPr>
          </a:p>
          <a:p>
            <a:pPr marL="12700" marR="5080" indent="170180" algn="just">
              <a:lnSpc>
                <a:spcPts val="1839"/>
              </a:lnSpc>
              <a:spcBef>
                <a:spcPts val="10"/>
              </a:spcBef>
            </a:pP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noun,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verb,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adjective,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adverb,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place…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Insert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words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into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the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selected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template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Generate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the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completed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story</a:t>
            </a:r>
            <a:endParaRPr sz="1100">
              <a:latin typeface="Courier New"/>
              <a:cs typeface="Courier New"/>
            </a:endParaRPr>
          </a:p>
          <a:p>
            <a:pPr marL="12700" marR="1370330">
              <a:lnSpc>
                <a:spcPts val="1839"/>
              </a:lnSpc>
              <a:spcBef>
                <a:spcPts val="5"/>
              </a:spcBef>
            </a:pP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Display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the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funny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story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Ask: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“Play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again?”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IF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Yes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→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repeat</a:t>
            </a:r>
            <a:r>
              <a:rPr sz="1100" spc="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from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DFEAF4"/>
                </a:solidFill>
                <a:latin typeface="Courier New"/>
                <a:cs typeface="Courier New"/>
              </a:rPr>
              <a:t>template</a:t>
            </a:r>
            <a:r>
              <a:rPr sz="1100" spc="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DFEAF4"/>
                </a:solidFill>
                <a:latin typeface="Courier New"/>
                <a:cs typeface="Courier New"/>
              </a:rPr>
              <a:t>selection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00" b="1" dirty="0">
                <a:solidFill>
                  <a:srgbClr val="DFEAF4"/>
                </a:solidFill>
                <a:latin typeface="Courier New"/>
                <a:cs typeface="Courier New"/>
              </a:rPr>
              <a:t>IF</a:t>
            </a:r>
            <a:r>
              <a:rPr sz="1200" b="1" spc="-15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DFEAF4"/>
                </a:solidFill>
                <a:latin typeface="Courier New"/>
                <a:cs typeface="Courier New"/>
              </a:rPr>
              <a:t>No</a:t>
            </a:r>
            <a:r>
              <a:rPr sz="1200" b="1" spc="-10" dirty="0">
                <a:solidFill>
                  <a:srgbClr val="DFEAF4"/>
                </a:solidFill>
                <a:latin typeface="Courier New"/>
                <a:cs typeface="Courier New"/>
              </a:rPr>
              <a:t>  </a:t>
            </a:r>
            <a:r>
              <a:rPr sz="1200" b="1" dirty="0">
                <a:solidFill>
                  <a:srgbClr val="DFEAF4"/>
                </a:solidFill>
                <a:latin typeface="Courier New"/>
                <a:cs typeface="Courier New"/>
              </a:rPr>
              <a:t>→</a:t>
            </a:r>
            <a:r>
              <a:rPr sz="1200" b="1" spc="-20" dirty="0">
                <a:solidFill>
                  <a:srgbClr val="DFEAF4"/>
                </a:solidFill>
                <a:latin typeface="Courier New"/>
                <a:cs typeface="Courier New"/>
              </a:rPr>
              <a:t> </a:t>
            </a:r>
            <a:r>
              <a:rPr sz="1200" b="1" spc="-25" dirty="0">
                <a:solidFill>
                  <a:srgbClr val="DFEAF4"/>
                </a:solidFill>
                <a:latin typeface="Courier New"/>
                <a:cs typeface="Courier New"/>
              </a:rPr>
              <a:t>END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18911" y="750709"/>
            <a:ext cx="3482340" cy="4739640"/>
            <a:chOff x="5518911" y="750709"/>
            <a:chExt cx="3482340" cy="4739640"/>
          </a:xfrm>
        </p:grpSpPr>
        <p:sp>
          <p:nvSpPr>
            <p:cNvPr id="11" name="object 11"/>
            <p:cNvSpPr/>
            <p:nvPr/>
          </p:nvSpPr>
          <p:spPr>
            <a:xfrm>
              <a:off x="5522404" y="754202"/>
              <a:ext cx="3475354" cy="4732655"/>
            </a:xfrm>
            <a:custGeom>
              <a:avLst/>
              <a:gdLst/>
              <a:ahLst/>
              <a:cxnLst/>
              <a:rect l="l" t="t" r="r" b="b"/>
              <a:pathLst>
                <a:path w="3475354" h="4732655">
                  <a:moveTo>
                    <a:pt x="579589" y="0"/>
                  </a:moveTo>
                  <a:lnTo>
                    <a:pt x="528873" y="2235"/>
                  </a:lnTo>
                  <a:lnTo>
                    <a:pt x="478777" y="8880"/>
                  </a:lnTo>
                  <a:lnTo>
                    <a:pt x="429561" y="19845"/>
                  </a:lnTo>
                  <a:lnTo>
                    <a:pt x="381486" y="35040"/>
                  </a:lnTo>
                  <a:lnTo>
                    <a:pt x="334813" y="54376"/>
                  </a:lnTo>
                  <a:lnTo>
                    <a:pt x="289801" y="77762"/>
                  </a:lnTo>
                  <a:lnTo>
                    <a:pt x="247144" y="104969"/>
                  </a:lnTo>
                  <a:lnTo>
                    <a:pt x="207158" y="135695"/>
                  </a:lnTo>
                  <a:lnTo>
                    <a:pt x="170053" y="169741"/>
                  </a:lnTo>
                  <a:lnTo>
                    <a:pt x="136038" y="206907"/>
                  </a:lnTo>
                  <a:lnTo>
                    <a:pt x="105323" y="246994"/>
                  </a:lnTo>
                  <a:lnTo>
                    <a:pt x="78117" y="289801"/>
                  </a:lnTo>
                  <a:lnTo>
                    <a:pt x="54608" y="334689"/>
                  </a:lnTo>
                  <a:lnTo>
                    <a:pt x="35238" y="381318"/>
                  </a:lnTo>
                  <a:lnTo>
                    <a:pt x="20067" y="429388"/>
                  </a:lnTo>
                  <a:lnTo>
                    <a:pt x="9156" y="478598"/>
                  </a:lnTo>
                  <a:lnTo>
                    <a:pt x="2565" y="528647"/>
                  </a:lnTo>
                  <a:lnTo>
                    <a:pt x="355" y="579234"/>
                  </a:lnTo>
                  <a:lnTo>
                    <a:pt x="0" y="4153319"/>
                  </a:lnTo>
                  <a:lnTo>
                    <a:pt x="2234" y="4204035"/>
                  </a:lnTo>
                  <a:lnTo>
                    <a:pt x="8856" y="4253960"/>
                  </a:lnTo>
                  <a:lnTo>
                    <a:pt x="8879" y="4254132"/>
                  </a:lnTo>
                  <a:lnTo>
                    <a:pt x="19803" y="4303169"/>
                  </a:lnTo>
                  <a:lnTo>
                    <a:pt x="19843" y="4303348"/>
                  </a:lnTo>
                  <a:lnTo>
                    <a:pt x="34977" y="4351237"/>
                  </a:lnTo>
                  <a:lnTo>
                    <a:pt x="54270" y="4397865"/>
                  </a:lnTo>
                  <a:lnTo>
                    <a:pt x="77749" y="4443120"/>
                  </a:lnTo>
                  <a:lnTo>
                    <a:pt x="104957" y="4485773"/>
                  </a:lnTo>
                  <a:lnTo>
                    <a:pt x="135686" y="4525757"/>
                  </a:lnTo>
                  <a:lnTo>
                    <a:pt x="169735" y="4562863"/>
                  </a:lnTo>
                  <a:lnTo>
                    <a:pt x="206904" y="4596880"/>
                  </a:lnTo>
                  <a:lnTo>
                    <a:pt x="246993" y="4627597"/>
                  </a:lnTo>
                  <a:lnTo>
                    <a:pt x="289801" y="4654804"/>
                  </a:lnTo>
                  <a:lnTo>
                    <a:pt x="334688" y="4678312"/>
                  </a:lnTo>
                  <a:lnTo>
                    <a:pt x="381315" y="4697680"/>
                  </a:lnTo>
                  <a:lnTo>
                    <a:pt x="429383" y="4712847"/>
                  </a:lnTo>
                  <a:lnTo>
                    <a:pt x="478592" y="4723755"/>
                  </a:lnTo>
                  <a:lnTo>
                    <a:pt x="528643" y="4730344"/>
                  </a:lnTo>
                  <a:lnTo>
                    <a:pt x="579234" y="4732553"/>
                  </a:lnTo>
                  <a:lnTo>
                    <a:pt x="2895841" y="4732553"/>
                  </a:lnTo>
                  <a:lnTo>
                    <a:pt x="2945977" y="4730344"/>
                  </a:lnTo>
                  <a:lnTo>
                    <a:pt x="2946364" y="4730344"/>
                  </a:lnTo>
                  <a:lnTo>
                    <a:pt x="2996036" y="4723755"/>
                  </a:lnTo>
                  <a:lnTo>
                    <a:pt x="2996286" y="4723755"/>
                  </a:lnTo>
                  <a:lnTo>
                    <a:pt x="3045869" y="4712709"/>
                  </a:lnTo>
                  <a:lnTo>
                    <a:pt x="3093944" y="4697516"/>
                  </a:lnTo>
                  <a:lnTo>
                    <a:pt x="3140617" y="4678184"/>
                  </a:lnTo>
                  <a:lnTo>
                    <a:pt x="3185629" y="4654804"/>
                  </a:lnTo>
                  <a:lnTo>
                    <a:pt x="3228284" y="4627597"/>
                  </a:lnTo>
                  <a:lnTo>
                    <a:pt x="3268255" y="4596880"/>
                  </a:lnTo>
                  <a:lnTo>
                    <a:pt x="3305328" y="4562863"/>
                  </a:lnTo>
                  <a:lnTo>
                    <a:pt x="3339293" y="4525757"/>
                  </a:lnTo>
                  <a:lnTo>
                    <a:pt x="3370107" y="4485560"/>
                  </a:lnTo>
                  <a:lnTo>
                    <a:pt x="3397313" y="4442752"/>
                  </a:lnTo>
                  <a:lnTo>
                    <a:pt x="3420698" y="4398103"/>
                  </a:lnTo>
                  <a:lnTo>
                    <a:pt x="3420822" y="4397865"/>
                  </a:lnTo>
                  <a:lnTo>
                    <a:pt x="3440114" y="4351425"/>
                  </a:lnTo>
                  <a:lnTo>
                    <a:pt x="3440192" y="4351237"/>
                  </a:lnTo>
                  <a:lnTo>
                    <a:pt x="3455306" y="4303348"/>
                  </a:lnTo>
                  <a:lnTo>
                    <a:pt x="3455363" y="4303169"/>
                  </a:lnTo>
                  <a:lnTo>
                    <a:pt x="3466236" y="4254132"/>
                  </a:lnTo>
                  <a:lnTo>
                    <a:pt x="3466274" y="4253960"/>
                  </a:lnTo>
                  <a:lnTo>
                    <a:pt x="3472848" y="4204035"/>
                  </a:lnTo>
                  <a:lnTo>
                    <a:pt x="3475075" y="4153319"/>
                  </a:lnTo>
                  <a:lnTo>
                    <a:pt x="3475059" y="579234"/>
                  </a:lnTo>
                  <a:lnTo>
                    <a:pt x="3472840" y="528886"/>
                  </a:lnTo>
                  <a:lnTo>
                    <a:pt x="3466195" y="478789"/>
                  </a:lnTo>
                  <a:lnTo>
                    <a:pt x="3455230" y="429572"/>
                  </a:lnTo>
                  <a:lnTo>
                    <a:pt x="3440034" y="381495"/>
                  </a:lnTo>
                  <a:lnTo>
                    <a:pt x="3420699" y="334818"/>
                  </a:lnTo>
                  <a:lnTo>
                    <a:pt x="3397313" y="289801"/>
                  </a:lnTo>
                  <a:lnTo>
                    <a:pt x="3370106" y="247144"/>
                  </a:lnTo>
                  <a:lnTo>
                    <a:pt x="3339379" y="207158"/>
                  </a:lnTo>
                  <a:lnTo>
                    <a:pt x="3305333" y="170052"/>
                  </a:lnTo>
                  <a:lnTo>
                    <a:pt x="3268167" y="136038"/>
                  </a:lnTo>
                  <a:lnTo>
                    <a:pt x="3228081" y="105323"/>
                  </a:lnTo>
                  <a:lnTo>
                    <a:pt x="3185274" y="78117"/>
                  </a:lnTo>
                  <a:lnTo>
                    <a:pt x="3140386" y="54608"/>
                  </a:lnTo>
                  <a:lnTo>
                    <a:pt x="3093757" y="35238"/>
                  </a:lnTo>
                  <a:lnTo>
                    <a:pt x="3045687" y="20067"/>
                  </a:lnTo>
                  <a:lnTo>
                    <a:pt x="2996477" y="9156"/>
                  </a:lnTo>
                  <a:lnTo>
                    <a:pt x="2946428" y="2565"/>
                  </a:lnTo>
                  <a:lnTo>
                    <a:pt x="2895841" y="355"/>
                  </a:lnTo>
                  <a:lnTo>
                    <a:pt x="57958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22404" y="754202"/>
              <a:ext cx="3475354" cy="4732655"/>
            </a:xfrm>
            <a:custGeom>
              <a:avLst/>
              <a:gdLst/>
              <a:ahLst/>
              <a:cxnLst/>
              <a:rect l="l" t="t" r="r" b="b"/>
              <a:pathLst>
                <a:path w="3475354" h="4732655">
                  <a:moveTo>
                    <a:pt x="355" y="579234"/>
                  </a:moveTo>
                  <a:lnTo>
                    <a:pt x="2565" y="528647"/>
                  </a:lnTo>
                  <a:lnTo>
                    <a:pt x="9156" y="478598"/>
                  </a:lnTo>
                  <a:lnTo>
                    <a:pt x="20067" y="429388"/>
                  </a:lnTo>
                  <a:lnTo>
                    <a:pt x="35238" y="381318"/>
                  </a:lnTo>
                  <a:lnTo>
                    <a:pt x="54608" y="334689"/>
                  </a:lnTo>
                  <a:lnTo>
                    <a:pt x="78117" y="289801"/>
                  </a:lnTo>
                  <a:lnTo>
                    <a:pt x="105323" y="246994"/>
                  </a:lnTo>
                  <a:lnTo>
                    <a:pt x="136038" y="206907"/>
                  </a:lnTo>
                  <a:lnTo>
                    <a:pt x="170053" y="169741"/>
                  </a:lnTo>
                  <a:lnTo>
                    <a:pt x="207158" y="135695"/>
                  </a:lnTo>
                  <a:lnTo>
                    <a:pt x="247144" y="104969"/>
                  </a:lnTo>
                  <a:lnTo>
                    <a:pt x="289801" y="77762"/>
                  </a:lnTo>
                  <a:lnTo>
                    <a:pt x="334813" y="54376"/>
                  </a:lnTo>
                  <a:lnTo>
                    <a:pt x="381486" y="35040"/>
                  </a:lnTo>
                  <a:lnTo>
                    <a:pt x="429561" y="19845"/>
                  </a:lnTo>
                  <a:lnTo>
                    <a:pt x="478777" y="8880"/>
                  </a:lnTo>
                  <a:lnTo>
                    <a:pt x="528873" y="2235"/>
                  </a:lnTo>
                  <a:lnTo>
                    <a:pt x="579589" y="0"/>
                  </a:lnTo>
                  <a:lnTo>
                    <a:pt x="2895841" y="355"/>
                  </a:lnTo>
                  <a:lnTo>
                    <a:pt x="2946428" y="2565"/>
                  </a:lnTo>
                  <a:lnTo>
                    <a:pt x="2996477" y="9156"/>
                  </a:lnTo>
                  <a:lnTo>
                    <a:pt x="3045687" y="20067"/>
                  </a:lnTo>
                  <a:lnTo>
                    <a:pt x="3093757" y="35238"/>
                  </a:lnTo>
                  <a:lnTo>
                    <a:pt x="3140386" y="54608"/>
                  </a:lnTo>
                  <a:lnTo>
                    <a:pt x="3185274" y="78117"/>
                  </a:lnTo>
                  <a:lnTo>
                    <a:pt x="3228081" y="105323"/>
                  </a:lnTo>
                  <a:lnTo>
                    <a:pt x="3268167" y="136038"/>
                  </a:lnTo>
                  <a:lnTo>
                    <a:pt x="3305333" y="170052"/>
                  </a:lnTo>
                  <a:lnTo>
                    <a:pt x="3339379" y="207158"/>
                  </a:lnTo>
                  <a:lnTo>
                    <a:pt x="3370106" y="247144"/>
                  </a:lnTo>
                  <a:lnTo>
                    <a:pt x="3397313" y="289801"/>
                  </a:lnTo>
                  <a:lnTo>
                    <a:pt x="3420699" y="334818"/>
                  </a:lnTo>
                  <a:lnTo>
                    <a:pt x="3440034" y="381495"/>
                  </a:lnTo>
                  <a:lnTo>
                    <a:pt x="3455230" y="429572"/>
                  </a:lnTo>
                  <a:lnTo>
                    <a:pt x="3466195" y="478789"/>
                  </a:lnTo>
                  <a:lnTo>
                    <a:pt x="3472840" y="528886"/>
                  </a:lnTo>
                  <a:lnTo>
                    <a:pt x="3475075" y="579602"/>
                  </a:lnTo>
                  <a:lnTo>
                    <a:pt x="3475075" y="4153319"/>
                  </a:lnTo>
                  <a:lnTo>
                    <a:pt x="3472865" y="4203910"/>
                  </a:lnTo>
                  <a:lnTo>
                    <a:pt x="3466274" y="4253960"/>
                  </a:lnTo>
                  <a:lnTo>
                    <a:pt x="3455363" y="4303169"/>
                  </a:lnTo>
                  <a:lnTo>
                    <a:pt x="3440192" y="4351237"/>
                  </a:lnTo>
                  <a:lnTo>
                    <a:pt x="3420822" y="4397865"/>
                  </a:lnTo>
                  <a:lnTo>
                    <a:pt x="3397313" y="4442752"/>
                  </a:lnTo>
                  <a:lnTo>
                    <a:pt x="3370107" y="4485560"/>
                  </a:lnTo>
                  <a:lnTo>
                    <a:pt x="3339393" y="4525648"/>
                  </a:lnTo>
                  <a:lnTo>
                    <a:pt x="3305378" y="4562817"/>
                  </a:lnTo>
                  <a:lnTo>
                    <a:pt x="3268273" y="4596867"/>
                  </a:lnTo>
                  <a:lnTo>
                    <a:pt x="3228287" y="4627595"/>
                  </a:lnTo>
                  <a:lnTo>
                    <a:pt x="3185629" y="4654804"/>
                  </a:lnTo>
                  <a:lnTo>
                    <a:pt x="3140617" y="4678184"/>
                  </a:lnTo>
                  <a:lnTo>
                    <a:pt x="3093944" y="4697516"/>
                  </a:lnTo>
                  <a:lnTo>
                    <a:pt x="3045869" y="4712709"/>
                  </a:lnTo>
                  <a:lnTo>
                    <a:pt x="2996653" y="4723673"/>
                  </a:lnTo>
                  <a:lnTo>
                    <a:pt x="2946557" y="4730318"/>
                  </a:lnTo>
                  <a:lnTo>
                    <a:pt x="2895841" y="4732553"/>
                  </a:lnTo>
                  <a:lnTo>
                    <a:pt x="579234" y="4732553"/>
                  </a:lnTo>
                  <a:lnTo>
                    <a:pt x="528643" y="4730344"/>
                  </a:lnTo>
                  <a:lnTo>
                    <a:pt x="478592" y="4723755"/>
                  </a:lnTo>
                  <a:lnTo>
                    <a:pt x="429383" y="4712847"/>
                  </a:lnTo>
                  <a:lnTo>
                    <a:pt x="381315" y="4697680"/>
                  </a:lnTo>
                  <a:lnTo>
                    <a:pt x="334688" y="4678312"/>
                  </a:lnTo>
                  <a:lnTo>
                    <a:pt x="289801" y="4654804"/>
                  </a:lnTo>
                  <a:lnTo>
                    <a:pt x="246993" y="4627597"/>
                  </a:lnTo>
                  <a:lnTo>
                    <a:pt x="206904" y="4596880"/>
                  </a:lnTo>
                  <a:lnTo>
                    <a:pt x="169735" y="4562863"/>
                  </a:lnTo>
                  <a:lnTo>
                    <a:pt x="135686" y="4525757"/>
                  </a:lnTo>
                  <a:lnTo>
                    <a:pt x="104957" y="4485773"/>
                  </a:lnTo>
                  <a:lnTo>
                    <a:pt x="77749" y="4443120"/>
                  </a:lnTo>
                  <a:lnTo>
                    <a:pt x="54368" y="4398103"/>
                  </a:lnTo>
                  <a:lnTo>
                    <a:pt x="35036" y="4351425"/>
                  </a:lnTo>
                  <a:lnTo>
                    <a:pt x="19843" y="4303348"/>
                  </a:lnTo>
                  <a:lnTo>
                    <a:pt x="8879" y="4254132"/>
                  </a:lnTo>
                  <a:lnTo>
                    <a:pt x="2234" y="4204035"/>
                  </a:lnTo>
                  <a:lnTo>
                    <a:pt x="0" y="4153319"/>
                  </a:lnTo>
                  <a:lnTo>
                    <a:pt x="355" y="579234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88226" y="2833458"/>
            <a:ext cx="543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ye</a:t>
            </a:r>
            <a:r>
              <a:rPr sz="1800" spc="-10" dirty="0">
                <a:solidFill>
                  <a:srgbClr val="EC7C30"/>
                </a:solidFill>
                <a:latin typeface="Calibri"/>
                <a:cs typeface="Calibri"/>
              </a:rPr>
              <a:t>yes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89002" y="1292275"/>
            <a:ext cx="2306320" cy="335915"/>
            <a:chOff x="6189002" y="1292275"/>
            <a:chExt cx="2306320" cy="335915"/>
          </a:xfrm>
        </p:grpSpPr>
        <p:sp>
          <p:nvSpPr>
            <p:cNvPr id="15" name="object 15"/>
            <p:cNvSpPr/>
            <p:nvPr/>
          </p:nvSpPr>
          <p:spPr>
            <a:xfrm>
              <a:off x="6198844" y="1302118"/>
              <a:ext cx="2286635" cy="316230"/>
            </a:xfrm>
            <a:custGeom>
              <a:avLst/>
              <a:gdLst/>
              <a:ahLst/>
              <a:cxnLst/>
              <a:rect l="l" t="t" r="r" b="b"/>
              <a:pathLst>
                <a:path w="2286634" h="316230">
                  <a:moveTo>
                    <a:pt x="1918436" y="0"/>
                  </a:moveTo>
                  <a:lnTo>
                    <a:pt x="367918" y="0"/>
                  </a:lnTo>
                  <a:lnTo>
                    <a:pt x="319887" y="1344"/>
                  </a:lnTo>
                  <a:lnTo>
                    <a:pt x="272834" y="5356"/>
                  </a:lnTo>
                  <a:lnTo>
                    <a:pt x="227333" y="12001"/>
                  </a:lnTo>
                  <a:lnTo>
                    <a:pt x="183959" y="21247"/>
                  </a:lnTo>
                  <a:lnTo>
                    <a:pt x="143934" y="32675"/>
                  </a:lnTo>
                  <a:lnTo>
                    <a:pt x="107859" y="46262"/>
                  </a:lnTo>
                  <a:lnTo>
                    <a:pt x="49314" y="78841"/>
                  </a:lnTo>
                  <a:lnTo>
                    <a:pt x="12641" y="117092"/>
                  </a:lnTo>
                  <a:lnTo>
                    <a:pt x="0" y="158038"/>
                  </a:lnTo>
                  <a:lnTo>
                    <a:pt x="3199" y="178712"/>
                  </a:lnTo>
                  <a:lnTo>
                    <a:pt x="28091" y="218435"/>
                  </a:lnTo>
                  <a:lnTo>
                    <a:pt x="76172" y="254188"/>
                  </a:lnTo>
                  <a:lnTo>
                    <a:pt x="143934" y="283407"/>
                  </a:lnTo>
                  <a:lnTo>
                    <a:pt x="183959" y="294843"/>
                  </a:lnTo>
                  <a:lnTo>
                    <a:pt x="227333" y="304081"/>
                  </a:lnTo>
                  <a:lnTo>
                    <a:pt x="272834" y="310722"/>
                  </a:lnTo>
                  <a:lnTo>
                    <a:pt x="319887" y="314733"/>
                  </a:lnTo>
                  <a:lnTo>
                    <a:pt x="367918" y="316077"/>
                  </a:lnTo>
                  <a:lnTo>
                    <a:pt x="1918436" y="316077"/>
                  </a:lnTo>
                  <a:lnTo>
                    <a:pt x="1966468" y="314733"/>
                  </a:lnTo>
                  <a:lnTo>
                    <a:pt x="2013521" y="310722"/>
                  </a:lnTo>
                  <a:lnTo>
                    <a:pt x="2059022" y="304081"/>
                  </a:lnTo>
                  <a:lnTo>
                    <a:pt x="2102396" y="294843"/>
                  </a:lnTo>
                  <a:lnTo>
                    <a:pt x="2142418" y="283407"/>
                  </a:lnTo>
                  <a:lnTo>
                    <a:pt x="2178491" y="269776"/>
                  </a:lnTo>
                  <a:lnTo>
                    <a:pt x="2237041" y="236880"/>
                  </a:lnTo>
                  <a:lnTo>
                    <a:pt x="2273709" y="198945"/>
                  </a:lnTo>
                  <a:lnTo>
                    <a:pt x="2286355" y="158038"/>
                  </a:lnTo>
                  <a:lnTo>
                    <a:pt x="2283154" y="137364"/>
                  </a:lnTo>
                  <a:lnTo>
                    <a:pt x="2258259" y="97493"/>
                  </a:lnTo>
                  <a:lnTo>
                    <a:pt x="2210177" y="61741"/>
                  </a:lnTo>
                  <a:lnTo>
                    <a:pt x="2142418" y="32675"/>
                  </a:lnTo>
                  <a:lnTo>
                    <a:pt x="2102396" y="21247"/>
                  </a:lnTo>
                  <a:lnTo>
                    <a:pt x="2059022" y="12001"/>
                  </a:lnTo>
                  <a:lnTo>
                    <a:pt x="2013521" y="5356"/>
                  </a:lnTo>
                  <a:lnTo>
                    <a:pt x="1966468" y="1344"/>
                  </a:lnTo>
                  <a:lnTo>
                    <a:pt x="1918436" y="0"/>
                  </a:lnTo>
                  <a:close/>
                </a:path>
              </a:pathLst>
            </a:custGeom>
            <a:solidFill>
              <a:srgbClr val="2BB9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98844" y="1302118"/>
              <a:ext cx="2286635" cy="316230"/>
            </a:xfrm>
            <a:custGeom>
              <a:avLst/>
              <a:gdLst/>
              <a:ahLst/>
              <a:cxnLst/>
              <a:rect l="l" t="t" r="r" b="b"/>
              <a:pathLst>
                <a:path w="2286634" h="316230">
                  <a:moveTo>
                    <a:pt x="367918" y="0"/>
                  </a:moveTo>
                  <a:lnTo>
                    <a:pt x="1918436" y="0"/>
                  </a:lnTo>
                  <a:lnTo>
                    <a:pt x="1966468" y="1344"/>
                  </a:lnTo>
                  <a:lnTo>
                    <a:pt x="2013521" y="5356"/>
                  </a:lnTo>
                  <a:lnTo>
                    <a:pt x="2059022" y="12001"/>
                  </a:lnTo>
                  <a:lnTo>
                    <a:pt x="2102396" y="21247"/>
                  </a:lnTo>
                  <a:lnTo>
                    <a:pt x="2142418" y="32675"/>
                  </a:lnTo>
                  <a:lnTo>
                    <a:pt x="2178491" y="46262"/>
                  </a:lnTo>
                  <a:lnTo>
                    <a:pt x="2237041" y="78841"/>
                  </a:lnTo>
                  <a:lnTo>
                    <a:pt x="2273709" y="117092"/>
                  </a:lnTo>
                  <a:lnTo>
                    <a:pt x="2286355" y="158038"/>
                  </a:lnTo>
                  <a:lnTo>
                    <a:pt x="2283154" y="178712"/>
                  </a:lnTo>
                  <a:lnTo>
                    <a:pt x="2258259" y="218435"/>
                  </a:lnTo>
                  <a:lnTo>
                    <a:pt x="2210177" y="254188"/>
                  </a:lnTo>
                  <a:lnTo>
                    <a:pt x="2142418" y="283407"/>
                  </a:lnTo>
                  <a:lnTo>
                    <a:pt x="2102396" y="294843"/>
                  </a:lnTo>
                  <a:lnTo>
                    <a:pt x="2059022" y="304081"/>
                  </a:lnTo>
                  <a:lnTo>
                    <a:pt x="2013521" y="310722"/>
                  </a:lnTo>
                  <a:lnTo>
                    <a:pt x="1966468" y="314733"/>
                  </a:lnTo>
                  <a:lnTo>
                    <a:pt x="1918436" y="316077"/>
                  </a:lnTo>
                  <a:lnTo>
                    <a:pt x="367918" y="316077"/>
                  </a:lnTo>
                  <a:lnTo>
                    <a:pt x="319887" y="314733"/>
                  </a:lnTo>
                  <a:lnTo>
                    <a:pt x="272834" y="310722"/>
                  </a:lnTo>
                  <a:lnTo>
                    <a:pt x="227333" y="304081"/>
                  </a:lnTo>
                  <a:lnTo>
                    <a:pt x="183959" y="294843"/>
                  </a:lnTo>
                  <a:lnTo>
                    <a:pt x="143934" y="283407"/>
                  </a:lnTo>
                  <a:lnTo>
                    <a:pt x="107859" y="269776"/>
                  </a:lnTo>
                  <a:lnTo>
                    <a:pt x="49314" y="236880"/>
                  </a:lnTo>
                  <a:lnTo>
                    <a:pt x="12641" y="198945"/>
                  </a:lnTo>
                  <a:lnTo>
                    <a:pt x="0" y="158038"/>
                  </a:lnTo>
                  <a:lnTo>
                    <a:pt x="3199" y="137364"/>
                  </a:lnTo>
                  <a:lnTo>
                    <a:pt x="28091" y="97493"/>
                  </a:lnTo>
                  <a:lnTo>
                    <a:pt x="76172" y="61741"/>
                  </a:lnTo>
                  <a:lnTo>
                    <a:pt x="143934" y="32675"/>
                  </a:lnTo>
                  <a:lnTo>
                    <a:pt x="183959" y="21247"/>
                  </a:lnTo>
                  <a:lnTo>
                    <a:pt x="227333" y="12001"/>
                  </a:lnTo>
                  <a:lnTo>
                    <a:pt x="272834" y="5356"/>
                  </a:lnTo>
                  <a:lnTo>
                    <a:pt x="319887" y="1344"/>
                  </a:lnTo>
                  <a:lnTo>
                    <a:pt x="367918" y="0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140499" y="1371142"/>
            <a:ext cx="4038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45" dirty="0">
                <a:solidFill>
                  <a:srgbClr val="FFFFFF"/>
                </a:solidFill>
                <a:latin typeface="Arial Black"/>
                <a:cs typeface="Arial Black"/>
              </a:rPr>
              <a:t>START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95873" y="1807082"/>
            <a:ext cx="2854960" cy="443230"/>
            <a:chOff x="5795873" y="1807082"/>
            <a:chExt cx="2854960" cy="443230"/>
          </a:xfrm>
        </p:grpSpPr>
        <p:sp>
          <p:nvSpPr>
            <p:cNvPr id="19" name="object 19"/>
            <p:cNvSpPr/>
            <p:nvPr/>
          </p:nvSpPr>
          <p:spPr>
            <a:xfrm>
              <a:off x="5805716" y="1816925"/>
              <a:ext cx="2835275" cy="423545"/>
            </a:xfrm>
            <a:custGeom>
              <a:avLst/>
              <a:gdLst/>
              <a:ahLst/>
              <a:cxnLst/>
              <a:rect l="l" t="t" r="r" b="b"/>
              <a:pathLst>
                <a:path w="2835275" h="423544">
                  <a:moveTo>
                    <a:pt x="70929" y="0"/>
                  </a:moveTo>
                  <a:lnTo>
                    <a:pt x="27900" y="14622"/>
                  </a:lnTo>
                  <a:lnTo>
                    <a:pt x="2752" y="52376"/>
                  </a:lnTo>
                  <a:lnTo>
                    <a:pt x="0" y="352793"/>
                  </a:lnTo>
                  <a:lnTo>
                    <a:pt x="591" y="361952"/>
                  </a:lnTo>
                  <a:lnTo>
                    <a:pt x="601" y="362102"/>
                  </a:lnTo>
                  <a:lnTo>
                    <a:pt x="20589" y="402653"/>
                  </a:lnTo>
                  <a:lnTo>
                    <a:pt x="20705" y="402786"/>
                  </a:lnTo>
                  <a:lnTo>
                    <a:pt x="61403" y="422752"/>
                  </a:lnTo>
                  <a:lnTo>
                    <a:pt x="70561" y="423354"/>
                  </a:lnTo>
                  <a:lnTo>
                    <a:pt x="2764447" y="423354"/>
                  </a:lnTo>
                  <a:lnTo>
                    <a:pt x="2807471" y="408730"/>
                  </a:lnTo>
                  <a:lnTo>
                    <a:pt x="2832579" y="371109"/>
                  </a:lnTo>
                  <a:lnTo>
                    <a:pt x="2834376" y="362102"/>
                  </a:lnTo>
                  <a:lnTo>
                    <a:pt x="2834406" y="361952"/>
                  </a:lnTo>
                  <a:lnTo>
                    <a:pt x="2835008" y="352793"/>
                  </a:lnTo>
                  <a:lnTo>
                    <a:pt x="2834984" y="70548"/>
                  </a:lnTo>
                  <a:lnTo>
                    <a:pt x="2834406" y="61607"/>
                  </a:lnTo>
                  <a:lnTo>
                    <a:pt x="2814302" y="20918"/>
                  </a:lnTo>
                  <a:lnTo>
                    <a:pt x="2773604" y="957"/>
                  </a:lnTo>
                  <a:lnTo>
                    <a:pt x="2764447" y="355"/>
                  </a:lnTo>
                  <a:lnTo>
                    <a:pt x="70929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05716" y="1816925"/>
              <a:ext cx="2835275" cy="423545"/>
            </a:xfrm>
            <a:custGeom>
              <a:avLst/>
              <a:gdLst/>
              <a:ahLst/>
              <a:cxnLst/>
              <a:rect l="l" t="t" r="r" b="b"/>
              <a:pathLst>
                <a:path w="2835275" h="423544">
                  <a:moveTo>
                    <a:pt x="368" y="70548"/>
                  </a:moveTo>
                  <a:lnTo>
                    <a:pt x="969" y="61396"/>
                  </a:lnTo>
                  <a:lnTo>
                    <a:pt x="2752" y="52376"/>
                  </a:lnTo>
                  <a:lnTo>
                    <a:pt x="27900" y="14622"/>
                  </a:lnTo>
                  <a:lnTo>
                    <a:pt x="70929" y="0"/>
                  </a:lnTo>
                  <a:lnTo>
                    <a:pt x="2764447" y="355"/>
                  </a:lnTo>
                  <a:lnTo>
                    <a:pt x="2807419" y="14828"/>
                  </a:lnTo>
                  <a:lnTo>
                    <a:pt x="2832623" y="52600"/>
                  </a:lnTo>
                  <a:lnTo>
                    <a:pt x="2835008" y="70916"/>
                  </a:lnTo>
                  <a:lnTo>
                    <a:pt x="2835008" y="352793"/>
                  </a:lnTo>
                  <a:lnTo>
                    <a:pt x="2834406" y="361952"/>
                  </a:lnTo>
                  <a:lnTo>
                    <a:pt x="2832623" y="370976"/>
                  </a:lnTo>
                  <a:lnTo>
                    <a:pt x="2807471" y="408730"/>
                  </a:lnTo>
                  <a:lnTo>
                    <a:pt x="2764447" y="423354"/>
                  </a:lnTo>
                  <a:lnTo>
                    <a:pt x="70561" y="423354"/>
                  </a:lnTo>
                  <a:lnTo>
                    <a:pt x="27588" y="408880"/>
                  </a:lnTo>
                  <a:lnTo>
                    <a:pt x="2384" y="371109"/>
                  </a:lnTo>
                  <a:lnTo>
                    <a:pt x="0" y="352793"/>
                  </a:lnTo>
                  <a:lnTo>
                    <a:pt x="368" y="70548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96824" y="1939582"/>
            <a:ext cx="14547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80" dirty="0">
                <a:solidFill>
                  <a:srgbClr val="FFFFFF"/>
                </a:solidFill>
                <a:latin typeface="Arial Black"/>
                <a:cs typeface="Arial Black"/>
              </a:rPr>
              <a:t>Choose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story</a:t>
            </a:r>
            <a:r>
              <a:rPr sz="10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35" dirty="0">
                <a:solidFill>
                  <a:srgbClr val="FFFFFF"/>
                </a:solidFill>
                <a:latin typeface="Arial Black"/>
                <a:cs typeface="Arial Black"/>
              </a:rPr>
              <a:t>template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41593" y="2337003"/>
            <a:ext cx="2854960" cy="466725"/>
            <a:chOff x="5841593" y="2337003"/>
            <a:chExt cx="2854960" cy="466725"/>
          </a:xfrm>
        </p:grpSpPr>
        <p:sp>
          <p:nvSpPr>
            <p:cNvPr id="23" name="object 23"/>
            <p:cNvSpPr/>
            <p:nvPr/>
          </p:nvSpPr>
          <p:spPr>
            <a:xfrm>
              <a:off x="5851435" y="2346845"/>
              <a:ext cx="2835275" cy="447040"/>
            </a:xfrm>
            <a:custGeom>
              <a:avLst/>
              <a:gdLst/>
              <a:ahLst/>
              <a:cxnLst/>
              <a:rect l="l" t="t" r="r" b="b"/>
              <a:pathLst>
                <a:path w="2835275" h="447039">
                  <a:moveTo>
                    <a:pt x="74879" y="0"/>
                  </a:moveTo>
                  <a:lnTo>
                    <a:pt x="37439" y="10071"/>
                  </a:lnTo>
                  <a:lnTo>
                    <a:pt x="10439" y="37439"/>
                  </a:lnTo>
                  <a:lnTo>
                    <a:pt x="368" y="74510"/>
                  </a:lnTo>
                  <a:lnTo>
                    <a:pt x="0" y="372237"/>
                  </a:lnTo>
                  <a:lnTo>
                    <a:pt x="653" y="381926"/>
                  </a:lnTo>
                  <a:lnTo>
                    <a:pt x="15366" y="417538"/>
                  </a:lnTo>
                  <a:lnTo>
                    <a:pt x="46121" y="440984"/>
                  </a:lnTo>
                  <a:lnTo>
                    <a:pt x="74523" y="446760"/>
                  </a:lnTo>
                  <a:lnTo>
                    <a:pt x="2760484" y="446760"/>
                  </a:lnTo>
                  <a:lnTo>
                    <a:pt x="2797924" y="436676"/>
                  </a:lnTo>
                  <a:lnTo>
                    <a:pt x="2824924" y="409308"/>
                  </a:lnTo>
                  <a:lnTo>
                    <a:pt x="2832331" y="391633"/>
                  </a:lnTo>
                  <a:lnTo>
                    <a:pt x="2832395" y="391448"/>
                  </a:lnTo>
                  <a:lnTo>
                    <a:pt x="2834310" y="382087"/>
                  </a:lnTo>
                  <a:lnTo>
                    <a:pt x="2834343" y="381926"/>
                  </a:lnTo>
                  <a:lnTo>
                    <a:pt x="2835008" y="372237"/>
                  </a:lnTo>
                  <a:lnTo>
                    <a:pt x="2834983" y="74510"/>
                  </a:lnTo>
                  <a:lnTo>
                    <a:pt x="2824924" y="37439"/>
                  </a:lnTo>
                  <a:lnTo>
                    <a:pt x="2797568" y="10439"/>
                  </a:lnTo>
                  <a:lnTo>
                    <a:pt x="2760484" y="355"/>
                  </a:lnTo>
                  <a:lnTo>
                    <a:pt x="74879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1435" y="2346845"/>
              <a:ext cx="2835275" cy="447040"/>
            </a:xfrm>
            <a:custGeom>
              <a:avLst/>
              <a:gdLst/>
              <a:ahLst/>
              <a:cxnLst/>
              <a:rect l="l" t="t" r="r" b="b"/>
              <a:pathLst>
                <a:path w="2835275" h="447039">
                  <a:moveTo>
                    <a:pt x="368" y="74510"/>
                  </a:moveTo>
                  <a:lnTo>
                    <a:pt x="1031" y="64821"/>
                  </a:lnTo>
                  <a:lnTo>
                    <a:pt x="2974" y="55298"/>
                  </a:lnTo>
                  <a:lnTo>
                    <a:pt x="22191" y="21859"/>
                  </a:lnTo>
                  <a:lnTo>
                    <a:pt x="55487" y="2606"/>
                  </a:lnTo>
                  <a:lnTo>
                    <a:pt x="74879" y="0"/>
                  </a:lnTo>
                  <a:lnTo>
                    <a:pt x="2760484" y="355"/>
                  </a:lnTo>
                  <a:lnTo>
                    <a:pt x="2797568" y="10439"/>
                  </a:lnTo>
                  <a:lnTo>
                    <a:pt x="2824924" y="37439"/>
                  </a:lnTo>
                  <a:lnTo>
                    <a:pt x="2835008" y="74879"/>
                  </a:lnTo>
                  <a:lnTo>
                    <a:pt x="2835008" y="372237"/>
                  </a:lnTo>
                  <a:lnTo>
                    <a:pt x="2834343" y="381926"/>
                  </a:lnTo>
                  <a:lnTo>
                    <a:pt x="2832395" y="391448"/>
                  </a:lnTo>
                  <a:lnTo>
                    <a:pt x="2813181" y="424888"/>
                  </a:lnTo>
                  <a:lnTo>
                    <a:pt x="2779880" y="444147"/>
                  </a:lnTo>
                  <a:lnTo>
                    <a:pt x="2760484" y="446760"/>
                  </a:lnTo>
                  <a:lnTo>
                    <a:pt x="74523" y="446760"/>
                  </a:lnTo>
                  <a:lnTo>
                    <a:pt x="37439" y="436676"/>
                  </a:lnTo>
                  <a:lnTo>
                    <a:pt x="10083" y="409676"/>
                  </a:lnTo>
                  <a:lnTo>
                    <a:pt x="0" y="372237"/>
                  </a:lnTo>
                  <a:lnTo>
                    <a:pt x="368" y="74510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616700" y="2481389"/>
            <a:ext cx="13055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0" dirty="0">
                <a:solidFill>
                  <a:srgbClr val="FFFFFF"/>
                </a:solidFill>
                <a:latin typeface="Arial Black"/>
                <a:cs typeface="Arial Black"/>
              </a:rPr>
              <a:t>Enter</a:t>
            </a: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70" dirty="0">
                <a:solidFill>
                  <a:srgbClr val="FFFFFF"/>
                </a:solidFill>
                <a:latin typeface="Arial Black"/>
                <a:cs typeface="Arial Black"/>
              </a:rPr>
              <a:t>words</a:t>
            </a: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135" dirty="0">
                <a:solidFill>
                  <a:srgbClr val="FFFFFF"/>
                </a:solidFill>
                <a:latin typeface="Arial Black"/>
                <a:cs typeface="Arial Black"/>
              </a:rPr>
              <a:t>/</a:t>
            </a: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30" dirty="0">
                <a:solidFill>
                  <a:srgbClr val="FFFFFF"/>
                </a:solidFill>
                <a:latin typeface="Arial Black"/>
                <a:cs typeface="Arial Black"/>
              </a:rPr>
              <a:t>inputs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41593" y="2891396"/>
            <a:ext cx="2854960" cy="458470"/>
            <a:chOff x="5841593" y="2891396"/>
            <a:chExt cx="2854960" cy="458470"/>
          </a:xfrm>
        </p:grpSpPr>
        <p:sp>
          <p:nvSpPr>
            <p:cNvPr id="27" name="object 27"/>
            <p:cNvSpPr/>
            <p:nvPr/>
          </p:nvSpPr>
          <p:spPr>
            <a:xfrm>
              <a:off x="5851435" y="2901238"/>
              <a:ext cx="2835275" cy="438784"/>
            </a:xfrm>
            <a:custGeom>
              <a:avLst/>
              <a:gdLst/>
              <a:ahLst/>
              <a:cxnLst/>
              <a:rect l="l" t="t" r="r" b="b"/>
              <a:pathLst>
                <a:path w="2835275" h="438785">
                  <a:moveTo>
                    <a:pt x="73444" y="0"/>
                  </a:moveTo>
                  <a:lnTo>
                    <a:pt x="28916" y="15104"/>
                  </a:lnTo>
                  <a:lnTo>
                    <a:pt x="2797" y="54090"/>
                  </a:lnTo>
                  <a:lnTo>
                    <a:pt x="0" y="365404"/>
                  </a:lnTo>
                  <a:lnTo>
                    <a:pt x="659" y="375036"/>
                  </a:lnTo>
                  <a:lnTo>
                    <a:pt x="15006" y="409774"/>
                  </a:lnTo>
                  <a:lnTo>
                    <a:pt x="15109" y="409924"/>
                  </a:lnTo>
                  <a:lnTo>
                    <a:pt x="54094" y="436051"/>
                  </a:lnTo>
                  <a:lnTo>
                    <a:pt x="73088" y="438480"/>
                  </a:lnTo>
                  <a:lnTo>
                    <a:pt x="2761919" y="438480"/>
                  </a:lnTo>
                  <a:lnTo>
                    <a:pt x="2770825" y="437872"/>
                  </a:lnTo>
                  <a:lnTo>
                    <a:pt x="2771312" y="437872"/>
                  </a:lnTo>
                  <a:lnTo>
                    <a:pt x="2813533" y="417056"/>
                  </a:lnTo>
                  <a:lnTo>
                    <a:pt x="2829462" y="393495"/>
                  </a:lnTo>
                  <a:lnTo>
                    <a:pt x="2829537" y="393345"/>
                  </a:lnTo>
                  <a:lnTo>
                    <a:pt x="2832562" y="384433"/>
                  </a:lnTo>
                  <a:lnTo>
                    <a:pt x="2834399" y="375036"/>
                  </a:lnTo>
                  <a:lnTo>
                    <a:pt x="2835008" y="365404"/>
                  </a:lnTo>
                  <a:lnTo>
                    <a:pt x="2834983" y="73075"/>
                  </a:lnTo>
                  <a:lnTo>
                    <a:pt x="2819898" y="28911"/>
                  </a:lnTo>
                  <a:lnTo>
                    <a:pt x="2780914" y="2790"/>
                  </a:lnTo>
                  <a:lnTo>
                    <a:pt x="2761919" y="355"/>
                  </a:lnTo>
                  <a:lnTo>
                    <a:pt x="73444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51435" y="2901238"/>
              <a:ext cx="2835275" cy="438784"/>
            </a:xfrm>
            <a:custGeom>
              <a:avLst/>
              <a:gdLst/>
              <a:ahLst/>
              <a:cxnLst/>
              <a:rect l="l" t="t" r="r" b="b"/>
              <a:pathLst>
                <a:path w="2835275" h="438785">
                  <a:moveTo>
                    <a:pt x="368" y="73075"/>
                  </a:moveTo>
                  <a:lnTo>
                    <a:pt x="975" y="63449"/>
                  </a:lnTo>
                  <a:lnTo>
                    <a:pt x="2797" y="54090"/>
                  </a:lnTo>
                  <a:lnTo>
                    <a:pt x="28916" y="15104"/>
                  </a:lnTo>
                  <a:lnTo>
                    <a:pt x="73444" y="0"/>
                  </a:lnTo>
                  <a:lnTo>
                    <a:pt x="2761919" y="355"/>
                  </a:lnTo>
                  <a:lnTo>
                    <a:pt x="2806297" y="15459"/>
                  </a:lnTo>
                  <a:lnTo>
                    <a:pt x="2832439" y="54403"/>
                  </a:lnTo>
                  <a:lnTo>
                    <a:pt x="2835008" y="73444"/>
                  </a:lnTo>
                  <a:lnTo>
                    <a:pt x="2835008" y="365404"/>
                  </a:lnTo>
                  <a:lnTo>
                    <a:pt x="2834400" y="375030"/>
                  </a:lnTo>
                  <a:lnTo>
                    <a:pt x="2832577" y="384389"/>
                  </a:lnTo>
                  <a:lnTo>
                    <a:pt x="2806452" y="423376"/>
                  </a:lnTo>
                  <a:lnTo>
                    <a:pt x="2761919" y="438480"/>
                  </a:lnTo>
                  <a:lnTo>
                    <a:pt x="73088" y="438480"/>
                  </a:lnTo>
                  <a:lnTo>
                    <a:pt x="28710" y="423381"/>
                  </a:lnTo>
                  <a:lnTo>
                    <a:pt x="2568" y="384433"/>
                  </a:lnTo>
                  <a:lnTo>
                    <a:pt x="0" y="365404"/>
                  </a:lnTo>
                  <a:lnTo>
                    <a:pt x="368" y="73075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490334" y="3031464"/>
            <a:ext cx="155829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Fill</a:t>
            </a:r>
            <a:r>
              <a:rPr sz="10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template</a:t>
            </a:r>
            <a:r>
              <a:rPr sz="1000" spc="-4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with</a:t>
            </a:r>
            <a:r>
              <a:rPr sz="10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words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860313" y="3468839"/>
            <a:ext cx="2854325" cy="419734"/>
            <a:chOff x="5860313" y="3468839"/>
            <a:chExt cx="2854325" cy="419734"/>
          </a:xfrm>
        </p:grpSpPr>
        <p:sp>
          <p:nvSpPr>
            <p:cNvPr id="31" name="object 31"/>
            <p:cNvSpPr/>
            <p:nvPr/>
          </p:nvSpPr>
          <p:spPr>
            <a:xfrm>
              <a:off x="5870155" y="3478682"/>
              <a:ext cx="2834640" cy="400050"/>
            </a:xfrm>
            <a:custGeom>
              <a:avLst/>
              <a:gdLst/>
              <a:ahLst/>
              <a:cxnLst/>
              <a:rect l="l" t="t" r="r" b="b"/>
              <a:pathLst>
                <a:path w="2834640" h="400050">
                  <a:moveTo>
                    <a:pt x="2767685" y="0"/>
                  </a:moveTo>
                  <a:lnTo>
                    <a:pt x="66598" y="0"/>
                  </a:lnTo>
                  <a:lnTo>
                    <a:pt x="57192" y="595"/>
                  </a:lnTo>
                  <a:lnTo>
                    <a:pt x="57726" y="595"/>
                  </a:lnTo>
                  <a:lnTo>
                    <a:pt x="49501" y="2205"/>
                  </a:lnTo>
                  <a:lnTo>
                    <a:pt x="13792" y="25908"/>
                  </a:lnTo>
                  <a:lnTo>
                    <a:pt x="0" y="66598"/>
                  </a:lnTo>
                  <a:lnTo>
                    <a:pt x="0" y="333362"/>
                  </a:lnTo>
                  <a:lnTo>
                    <a:pt x="4959" y="358513"/>
                  </a:lnTo>
                  <a:lnTo>
                    <a:pt x="5014" y="358674"/>
                  </a:lnTo>
                  <a:lnTo>
                    <a:pt x="33121" y="390956"/>
                  </a:lnTo>
                  <a:lnTo>
                    <a:pt x="66598" y="399961"/>
                  </a:lnTo>
                  <a:lnTo>
                    <a:pt x="2768041" y="399592"/>
                  </a:lnTo>
                  <a:lnTo>
                    <a:pt x="2808581" y="385816"/>
                  </a:lnTo>
                  <a:lnTo>
                    <a:pt x="2832238" y="350461"/>
                  </a:lnTo>
                  <a:lnTo>
                    <a:pt x="2832301" y="350277"/>
                  </a:lnTo>
                  <a:lnTo>
                    <a:pt x="2834001" y="341979"/>
                  </a:lnTo>
                  <a:lnTo>
                    <a:pt x="2834044" y="341771"/>
                  </a:lnTo>
                  <a:lnTo>
                    <a:pt x="2834614" y="333362"/>
                  </a:lnTo>
                  <a:lnTo>
                    <a:pt x="2834284" y="66598"/>
                  </a:lnTo>
                  <a:lnTo>
                    <a:pt x="2820502" y="26058"/>
                  </a:lnTo>
                  <a:lnTo>
                    <a:pt x="2784962" y="2338"/>
                  </a:lnTo>
                  <a:lnTo>
                    <a:pt x="2776457" y="595"/>
                  </a:lnTo>
                  <a:lnTo>
                    <a:pt x="2767685" y="0"/>
                  </a:lnTo>
                  <a:close/>
                </a:path>
              </a:pathLst>
            </a:custGeom>
            <a:solidFill>
              <a:srgbClr val="2D47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70155" y="3478682"/>
              <a:ext cx="2834640" cy="400050"/>
            </a:xfrm>
            <a:custGeom>
              <a:avLst/>
              <a:gdLst/>
              <a:ahLst/>
              <a:cxnLst/>
              <a:rect l="l" t="t" r="r" b="b"/>
              <a:pathLst>
                <a:path w="2834640" h="400050">
                  <a:moveTo>
                    <a:pt x="0" y="66598"/>
                  </a:moveTo>
                  <a:lnTo>
                    <a:pt x="596" y="57821"/>
                  </a:lnTo>
                  <a:lnTo>
                    <a:pt x="2339" y="49317"/>
                  </a:lnTo>
                  <a:lnTo>
                    <a:pt x="26065" y="13776"/>
                  </a:lnTo>
                  <a:lnTo>
                    <a:pt x="66598" y="0"/>
                  </a:lnTo>
                  <a:lnTo>
                    <a:pt x="2767685" y="0"/>
                  </a:lnTo>
                  <a:lnTo>
                    <a:pt x="2808376" y="13781"/>
                  </a:lnTo>
                  <a:lnTo>
                    <a:pt x="2832077" y="49499"/>
                  </a:lnTo>
                  <a:lnTo>
                    <a:pt x="2834284" y="66598"/>
                  </a:lnTo>
                  <a:lnTo>
                    <a:pt x="2834640" y="332994"/>
                  </a:lnTo>
                  <a:lnTo>
                    <a:pt x="2834044" y="341771"/>
                  </a:lnTo>
                  <a:lnTo>
                    <a:pt x="2832301" y="350277"/>
                  </a:lnTo>
                  <a:lnTo>
                    <a:pt x="2808581" y="385816"/>
                  </a:lnTo>
                  <a:lnTo>
                    <a:pt x="2768041" y="399592"/>
                  </a:lnTo>
                  <a:lnTo>
                    <a:pt x="66598" y="399961"/>
                  </a:lnTo>
                  <a:lnTo>
                    <a:pt x="25909" y="386173"/>
                  </a:lnTo>
                  <a:lnTo>
                    <a:pt x="2206" y="350461"/>
                  </a:lnTo>
                  <a:lnTo>
                    <a:pt x="0" y="333362"/>
                  </a:lnTo>
                  <a:lnTo>
                    <a:pt x="0" y="66598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521297" y="3589464"/>
            <a:ext cx="153416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65" dirty="0">
                <a:solidFill>
                  <a:srgbClr val="FFFFFF"/>
                </a:solidFill>
                <a:latin typeface="Arial Black"/>
                <a:cs typeface="Arial Black"/>
              </a:rPr>
              <a:t>Display</a:t>
            </a:r>
            <a:r>
              <a:rPr sz="1000" spc="-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generated</a:t>
            </a:r>
            <a:r>
              <a:rPr sz="1000" spc="-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Black"/>
                <a:cs typeface="Arial Black"/>
              </a:rPr>
              <a:t>story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271793" y="4099559"/>
            <a:ext cx="2031364" cy="678180"/>
            <a:chOff x="6271793" y="4099559"/>
            <a:chExt cx="2031364" cy="678180"/>
          </a:xfrm>
        </p:grpSpPr>
        <p:sp>
          <p:nvSpPr>
            <p:cNvPr id="35" name="object 35"/>
            <p:cNvSpPr/>
            <p:nvPr/>
          </p:nvSpPr>
          <p:spPr>
            <a:xfrm>
              <a:off x="6281636" y="4109402"/>
              <a:ext cx="2011680" cy="658495"/>
            </a:xfrm>
            <a:custGeom>
              <a:avLst/>
              <a:gdLst/>
              <a:ahLst/>
              <a:cxnLst/>
              <a:rect l="l" t="t" r="r" b="b"/>
              <a:pathLst>
                <a:path w="2011679" h="658495">
                  <a:moveTo>
                    <a:pt x="1005839" y="0"/>
                  </a:moveTo>
                  <a:lnTo>
                    <a:pt x="0" y="329031"/>
                  </a:lnTo>
                  <a:lnTo>
                    <a:pt x="1005839" y="658431"/>
                  </a:lnTo>
                  <a:lnTo>
                    <a:pt x="2011680" y="329031"/>
                  </a:lnTo>
                  <a:lnTo>
                    <a:pt x="1005839" y="0"/>
                  </a:lnTo>
                  <a:close/>
                </a:path>
              </a:pathLst>
            </a:custGeom>
            <a:solidFill>
              <a:srgbClr val="F3A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81636" y="4109402"/>
              <a:ext cx="2011680" cy="658495"/>
            </a:xfrm>
            <a:custGeom>
              <a:avLst/>
              <a:gdLst/>
              <a:ahLst/>
              <a:cxnLst/>
              <a:rect l="l" t="t" r="r" b="b"/>
              <a:pathLst>
                <a:path w="2011679" h="658495">
                  <a:moveTo>
                    <a:pt x="0" y="329031"/>
                  </a:moveTo>
                  <a:lnTo>
                    <a:pt x="1005839" y="0"/>
                  </a:lnTo>
                  <a:lnTo>
                    <a:pt x="2011680" y="329031"/>
                  </a:lnTo>
                  <a:lnTo>
                    <a:pt x="1005839" y="658431"/>
                  </a:lnTo>
                  <a:lnTo>
                    <a:pt x="0" y="329031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952221" y="4356976"/>
            <a:ext cx="67119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0" dirty="0">
                <a:solidFill>
                  <a:srgbClr val="FFFFFF"/>
                </a:solidFill>
                <a:latin typeface="Arial Black"/>
                <a:cs typeface="Arial Black"/>
              </a:rPr>
              <a:t>Play</a:t>
            </a:r>
            <a:r>
              <a:rPr sz="900" spc="-45" dirty="0">
                <a:solidFill>
                  <a:srgbClr val="FFFFFF"/>
                </a:solidFill>
                <a:latin typeface="Arial Black"/>
                <a:cs typeface="Arial Black"/>
              </a:rPr>
              <a:t> again?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8283473" y="3996956"/>
            <a:ext cx="658495" cy="282575"/>
            <a:chOff x="8283473" y="3996956"/>
            <a:chExt cx="658495" cy="282575"/>
          </a:xfrm>
        </p:grpSpPr>
        <p:sp>
          <p:nvSpPr>
            <p:cNvPr id="39" name="object 39"/>
            <p:cNvSpPr/>
            <p:nvPr/>
          </p:nvSpPr>
          <p:spPr>
            <a:xfrm>
              <a:off x="8293315" y="4006799"/>
              <a:ext cx="638810" cy="262890"/>
            </a:xfrm>
            <a:custGeom>
              <a:avLst/>
              <a:gdLst/>
              <a:ahLst/>
              <a:cxnLst/>
              <a:rect l="l" t="t" r="r" b="b"/>
              <a:pathLst>
                <a:path w="638809" h="262889">
                  <a:moveTo>
                    <a:pt x="535685" y="0"/>
                  </a:moveTo>
                  <a:lnTo>
                    <a:pt x="102603" y="0"/>
                  </a:lnTo>
                  <a:lnTo>
                    <a:pt x="89195" y="1136"/>
                  </a:lnTo>
                  <a:lnTo>
                    <a:pt x="51130" y="17640"/>
                  </a:lnTo>
                  <a:lnTo>
                    <a:pt x="21151" y="51455"/>
                  </a:lnTo>
                  <a:lnTo>
                    <a:pt x="3467" y="97426"/>
                  </a:lnTo>
                  <a:lnTo>
                    <a:pt x="0" y="131406"/>
                  </a:lnTo>
                  <a:lnTo>
                    <a:pt x="872" y="148584"/>
                  </a:lnTo>
                  <a:lnTo>
                    <a:pt x="13677" y="197281"/>
                  </a:lnTo>
                  <a:lnTo>
                    <a:pt x="40013" y="235604"/>
                  </a:lnTo>
                  <a:lnTo>
                    <a:pt x="76057" y="258300"/>
                  </a:lnTo>
                  <a:lnTo>
                    <a:pt x="102603" y="262801"/>
                  </a:lnTo>
                  <a:lnTo>
                    <a:pt x="535685" y="262801"/>
                  </a:lnTo>
                  <a:lnTo>
                    <a:pt x="574965" y="252776"/>
                  </a:lnTo>
                  <a:lnTo>
                    <a:pt x="608312" y="224326"/>
                  </a:lnTo>
                  <a:lnTo>
                    <a:pt x="630536" y="181725"/>
                  </a:lnTo>
                  <a:lnTo>
                    <a:pt x="638289" y="131406"/>
                  </a:lnTo>
                  <a:lnTo>
                    <a:pt x="637416" y="114229"/>
                  </a:lnTo>
                  <a:lnTo>
                    <a:pt x="624598" y="65874"/>
                  </a:lnTo>
                  <a:lnTo>
                    <a:pt x="598275" y="27202"/>
                  </a:lnTo>
                  <a:lnTo>
                    <a:pt x="562232" y="4500"/>
                  </a:lnTo>
                  <a:lnTo>
                    <a:pt x="535685" y="0"/>
                  </a:lnTo>
                  <a:close/>
                </a:path>
              </a:pathLst>
            </a:custGeom>
            <a:solidFill>
              <a:srgbClr val="6F48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293315" y="4006799"/>
              <a:ext cx="638810" cy="262890"/>
            </a:xfrm>
            <a:custGeom>
              <a:avLst/>
              <a:gdLst/>
              <a:ahLst/>
              <a:cxnLst/>
              <a:rect l="l" t="t" r="r" b="b"/>
              <a:pathLst>
                <a:path w="638809" h="262889">
                  <a:moveTo>
                    <a:pt x="102603" y="0"/>
                  </a:moveTo>
                  <a:lnTo>
                    <a:pt x="535685" y="0"/>
                  </a:lnTo>
                  <a:lnTo>
                    <a:pt x="549093" y="1136"/>
                  </a:lnTo>
                  <a:lnTo>
                    <a:pt x="562232" y="4500"/>
                  </a:lnTo>
                  <a:lnTo>
                    <a:pt x="598275" y="27202"/>
                  </a:lnTo>
                  <a:lnTo>
                    <a:pt x="624598" y="65874"/>
                  </a:lnTo>
                  <a:lnTo>
                    <a:pt x="637416" y="114229"/>
                  </a:lnTo>
                  <a:lnTo>
                    <a:pt x="638289" y="131406"/>
                  </a:lnTo>
                  <a:lnTo>
                    <a:pt x="637416" y="148584"/>
                  </a:lnTo>
                  <a:lnTo>
                    <a:pt x="624598" y="197281"/>
                  </a:lnTo>
                  <a:lnTo>
                    <a:pt x="598275" y="235604"/>
                  </a:lnTo>
                  <a:lnTo>
                    <a:pt x="562232" y="258300"/>
                  </a:lnTo>
                  <a:lnTo>
                    <a:pt x="535685" y="262801"/>
                  </a:lnTo>
                  <a:lnTo>
                    <a:pt x="102603" y="262801"/>
                  </a:lnTo>
                  <a:lnTo>
                    <a:pt x="63323" y="252776"/>
                  </a:lnTo>
                  <a:lnTo>
                    <a:pt x="29975" y="224326"/>
                  </a:lnTo>
                  <a:lnTo>
                    <a:pt x="7747" y="181725"/>
                  </a:lnTo>
                  <a:lnTo>
                    <a:pt x="0" y="131406"/>
                  </a:lnTo>
                  <a:lnTo>
                    <a:pt x="872" y="114229"/>
                  </a:lnTo>
                  <a:lnTo>
                    <a:pt x="13677" y="65874"/>
                  </a:lnTo>
                  <a:lnTo>
                    <a:pt x="40013" y="27202"/>
                  </a:lnTo>
                  <a:lnTo>
                    <a:pt x="76057" y="4500"/>
                  </a:lnTo>
                  <a:lnTo>
                    <a:pt x="89195" y="1136"/>
                  </a:lnTo>
                  <a:lnTo>
                    <a:pt x="102603" y="0"/>
                  </a:lnTo>
                  <a:close/>
                </a:path>
              </a:pathLst>
            </a:custGeom>
            <a:ln w="19079">
              <a:solidFill>
                <a:srgbClr val="DBE5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478977" y="4056748"/>
            <a:ext cx="2673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5" dirty="0">
                <a:solidFill>
                  <a:srgbClr val="FFFFFF"/>
                </a:solidFill>
                <a:latin typeface="Arial Black"/>
                <a:cs typeface="Arial Black"/>
              </a:rPr>
              <a:t>END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651100" y="1618195"/>
            <a:ext cx="3182620" cy="3639820"/>
            <a:chOff x="5651100" y="1618195"/>
            <a:chExt cx="3182620" cy="3639820"/>
          </a:xfrm>
        </p:grpSpPr>
        <p:sp>
          <p:nvSpPr>
            <p:cNvPr id="43" name="object 43"/>
            <p:cNvSpPr/>
            <p:nvPr/>
          </p:nvSpPr>
          <p:spPr>
            <a:xfrm>
              <a:off x="5659920" y="1988642"/>
              <a:ext cx="622300" cy="2449830"/>
            </a:xfrm>
            <a:custGeom>
              <a:avLst/>
              <a:gdLst/>
              <a:ahLst/>
              <a:cxnLst/>
              <a:rect l="l" t="t" r="r" b="b"/>
              <a:pathLst>
                <a:path w="622300" h="2449829">
                  <a:moveTo>
                    <a:pt x="622084" y="2449791"/>
                  </a:moveTo>
                  <a:lnTo>
                    <a:pt x="0" y="2449791"/>
                  </a:lnTo>
                  <a:lnTo>
                    <a:pt x="0" y="0"/>
                  </a:lnTo>
                </a:path>
              </a:pathLst>
            </a:custGeom>
            <a:ln w="17639">
              <a:solidFill>
                <a:srgbClr val="BDC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23404" y="1618195"/>
              <a:ext cx="1600835" cy="3639820"/>
            </a:xfrm>
            <a:custGeom>
              <a:avLst/>
              <a:gdLst/>
              <a:ahLst/>
              <a:cxnLst/>
              <a:rect l="l" t="t" r="r" b="b"/>
              <a:pathLst>
                <a:path w="1600834" h="3639820">
                  <a:moveTo>
                    <a:pt x="1389240" y="2665437"/>
                  </a:moveTo>
                  <a:lnTo>
                    <a:pt x="1069911" y="2820238"/>
                  </a:lnTo>
                </a:path>
                <a:path w="1600834" h="3639820">
                  <a:moveTo>
                    <a:pt x="119151" y="0"/>
                  </a:moveTo>
                  <a:lnTo>
                    <a:pt x="119151" y="199085"/>
                  </a:lnTo>
                </a:path>
                <a:path w="1600834" h="3639820">
                  <a:moveTo>
                    <a:pt x="64439" y="2491206"/>
                  </a:moveTo>
                  <a:lnTo>
                    <a:pt x="64071" y="2260079"/>
                  </a:lnTo>
                </a:path>
                <a:path w="1600834" h="3639820">
                  <a:moveTo>
                    <a:pt x="64071" y="1860486"/>
                  </a:moveTo>
                  <a:lnTo>
                    <a:pt x="45719" y="1721167"/>
                  </a:lnTo>
                </a:path>
                <a:path w="1600834" h="3639820">
                  <a:moveTo>
                    <a:pt x="45719" y="1175410"/>
                  </a:moveTo>
                  <a:lnTo>
                    <a:pt x="45719" y="1283398"/>
                  </a:lnTo>
                </a:path>
                <a:path w="1600834" h="3639820">
                  <a:moveTo>
                    <a:pt x="0" y="621728"/>
                  </a:moveTo>
                  <a:lnTo>
                    <a:pt x="45719" y="729361"/>
                  </a:lnTo>
                </a:path>
                <a:path w="1600834" h="3639820">
                  <a:moveTo>
                    <a:pt x="1600555" y="3493084"/>
                  </a:moveTo>
                  <a:lnTo>
                    <a:pt x="1600555" y="3639604"/>
                  </a:lnTo>
                </a:path>
              </a:pathLst>
            </a:custGeom>
            <a:ln w="19079">
              <a:solidFill>
                <a:srgbClr val="BDCC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Understanding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Python</a:t>
            </a:r>
            <a:r>
              <a:rPr spc="-60" dirty="0"/>
              <a:t> </a:t>
            </a:r>
            <a:r>
              <a:rPr spc="-10" dirty="0"/>
              <a:t>Logic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80111" y="775550"/>
            <a:ext cx="8761730" cy="5262880"/>
            <a:chOff x="180111" y="775550"/>
            <a:chExt cx="8761730" cy="5262880"/>
          </a:xfrm>
        </p:grpSpPr>
        <p:sp>
          <p:nvSpPr>
            <p:cNvPr id="5" name="object 5"/>
            <p:cNvSpPr/>
            <p:nvPr/>
          </p:nvSpPr>
          <p:spPr>
            <a:xfrm>
              <a:off x="205562" y="851763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12839" y="0"/>
                  </a:moveTo>
                  <a:lnTo>
                    <a:pt x="272021" y="2677"/>
                  </a:lnTo>
                  <a:lnTo>
                    <a:pt x="232016" y="10620"/>
                  </a:lnTo>
                  <a:lnTo>
                    <a:pt x="193363" y="23692"/>
                  </a:lnTo>
                  <a:lnTo>
                    <a:pt x="156603" y="41757"/>
                  </a:lnTo>
                  <a:lnTo>
                    <a:pt x="122514" y="64657"/>
                  </a:lnTo>
                  <a:lnTo>
                    <a:pt x="91800" y="91571"/>
                  </a:lnTo>
                  <a:lnTo>
                    <a:pt x="64865" y="122198"/>
                  </a:lnTo>
                  <a:lnTo>
                    <a:pt x="42113" y="156235"/>
                  </a:lnTo>
                  <a:lnTo>
                    <a:pt x="24047" y="193002"/>
                  </a:lnTo>
                  <a:lnTo>
                    <a:pt x="10975" y="231657"/>
                  </a:lnTo>
                  <a:lnTo>
                    <a:pt x="3033" y="271660"/>
                  </a:lnTo>
                  <a:lnTo>
                    <a:pt x="355" y="312470"/>
                  </a:lnTo>
                  <a:lnTo>
                    <a:pt x="0" y="1562392"/>
                  </a:lnTo>
                  <a:lnTo>
                    <a:pt x="2677" y="1603209"/>
                  </a:lnTo>
                  <a:lnTo>
                    <a:pt x="10620" y="1643216"/>
                  </a:lnTo>
                  <a:lnTo>
                    <a:pt x="23692" y="1681873"/>
                  </a:lnTo>
                  <a:lnTo>
                    <a:pt x="41757" y="1718640"/>
                  </a:lnTo>
                  <a:lnTo>
                    <a:pt x="64657" y="1752724"/>
                  </a:lnTo>
                  <a:lnTo>
                    <a:pt x="91450" y="1783299"/>
                  </a:lnTo>
                  <a:lnTo>
                    <a:pt x="91571" y="1783437"/>
                  </a:lnTo>
                  <a:lnTo>
                    <a:pt x="122198" y="1810371"/>
                  </a:lnTo>
                  <a:lnTo>
                    <a:pt x="156235" y="1833118"/>
                  </a:lnTo>
                  <a:lnTo>
                    <a:pt x="193002" y="1851183"/>
                  </a:lnTo>
                  <a:lnTo>
                    <a:pt x="231659" y="1864255"/>
                  </a:lnTo>
                  <a:lnTo>
                    <a:pt x="271665" y="1872197"/>
                  </a:lnTo>
                  <a:lnTo>
                    <a:pt x="312483" y="1874875"/>
                  </a:lnTo>
                  <a:lnTo>
                    <a:pt x="1928152" y="1874875"/>
                  </a:lnTo>
                  <a:lnTo>
                    <a:pt x="1968969" y="1872197"/>
                  </a:lnTo>
                  <a:lnTo>
                    <a:pt x="2008976" y="1864255"/>
                  </a:lnTo>
                  <a:lnTo>
                    <a:pt x="2047633" y="1851183"/>
                  </a:lnTo>
                  <a:lnTo>
                    <a:pt x="2084400" y="1833118"/>
                  </a:lnTo>
                  <a:lnTo>
                    <a:pt x="2118489" y="1810215"/>
                  </a:lnTo>
                  <a:lnTo>
                    <a:pt x="2149201" y="1783299"/>
                  </a:lnTo>
                  <a:lnTo>
                    <a:pt x="2176087" y="1752724"/>
                  </a:lnTo>
                  <a:lnTo>
                    <a:pt x="2198878" y="1718640"/>
                  </a:lnTo>
                  <a:lnTo>
                    <a:pt x="2216943" y="1681873"/>
                  </a:lnTo>
                  <a:lnTo>
                    <a:pt x="2230015" y="1643216"/>
                  </a:lnTo>
                  <a:lnTo>
                    <a:pt x="2237957" y="1603209"/>
                  </a:lnTo>
                  <a:lnTo>
                    <a:pt x="2240635" y="1562392"/>
                  </a:lnTo>
                  <a:lnTo>
                    <a:pt x="2240611" y="312470"/>
                  </a:lnTo>
                  <a:lnTo>
                    <a:pt x="2237957" y="272021"/>
                  </a:lnTo>
                  <a:lnTo>
                    <a:pt x="2230015" y="232014"/>
                  </a:lnTo>
                  <a:lnTo>
                    <a:pt x="2216943" y="193358"/>
                  </a:lnTo>
                  <a:lnTo>
                    <a:pt x="2198878" y="156591"/>
                  </a:lnTo>
                  <a:lnTo>
                    <a:pt x="2175977" y="122508"/>
                  </a:lnTo>
                  <a:lnTo>
                    <a:pt x="2149063" y="91798"/>
                  </a:lnTo>
                  <a:lnTo>
                    <a:pt x="2118437" y="64865"/>
                  </a:lnTo>
                  <a:lnTo>
                    <a:pt x="2084400" y="42113"/>
                  </a:lnTo>
                  <a:lnTo>
                    <a:pt x="2047633" y="24047"/>
                  </a:lnTo>
                  <a:lnTo>
                    <a:pt x="2008976" y="10975"/>
                  </a:lnTo>
                  <a:lnTo>
                    <a:pt x="1968969" y="3033"/>
                  </a:lnTo>
                  <a:lnTo>
                    <a:pt x="1928152" y="355"/>
                  </a:lnTo>
                  <a:lnTo>
                    <a:pt x="31283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5562" y="851763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55" y="312470"/>
                  </a:moveTo>
                  <a:lnTo>
                    <a:pt x="3033" y="271660"/>
                  </a:lnTo>
                  <a:lnTo>
                    <a:pt x="10975" y="231657"/>
                  </a:lnTo>
                  <a:lnTo>
                    <a:pt x="24047" y="193002"/>
                  </a:lnTo>
                  <a:lnTo>
                    <a:pt x="42113" y="156235"/>
                  </a:lnTo>
                  <a:lnTo>
                    <a:pt x="64865" y="122198"/>
                  </a:lnTo>
                  <a:lnTo>
                    <a:pt x="91800" y="91571"/>
                  </a:lnTo>
                  <a:lnTo>
                    <a:pt x="122514" y="64657"/>
                  </a:lnTo>
                  <a:lnTo>
                    <a:pt x="156603" y="41757"/>
                  </a:lnTo>
                  <a:lnTo>
                    <a:pt x="193363" y="23692"/>
                  </a:lnTo>
                  <a:lnTo>
                    <a:pt x="232016" y="10620"/>
                  </a:lnTo>
                  <a:lnTo>
                    <a:pt x="272021" y="2677"/>
                  </a:lnTo>
                  <a:lnTo>
                    <a:pt x="312839" y="0"/>
                  </a:lnTo>
                  <a:lnTo>
                    <a:pt x="1928152" y="355"/>
                  </a:lnTo>
                  <a:lnTo>
                    <a:pt x="1968969" y="3033"/>
                  </a:lnTo>
                  <a:lnTo>
                    <a:pt x="2008976" y="10975"/>
                  </a:lnTo>
                  <a:lnTo>
                    <a:pt x="2047633" y="24047"/>
                  </a:lnTo>
                  <a:lnTo>
                    <a:pt x="2084400" y="42113"/>
                  </a:lnTo>
                  <a:lnTo>
                    <a:pt x="2118437" y="64865"/>
                  </a:lnTo>
                  <a:lnTo>
                    <a:pt x="2149063" y="91798"/>
                  </a:lnTo>
                  <a:lnTo>
                    <a:pt x="2175977" y="122508"/>
                  </a:lnTo>
                  <a:lnTo>
                    <a:pt x="2198878" y="156591"/>
                  </a:lnTo>
                  <a:lnTo>
                    <a:pt x="2216943" y="193358"/>
                  </a:lnTo>
                  <a:lnTo>
                    <a:pt x="2230015" y="232014"/>
                  </a:lnTo>
                  <a:lnTo>
                    <a:pt x="2237957" y="272021"/>
                  </a:lnTo>
                  <a:lnTo>
                    <a:pt x="2240635" y="312839"/>
                  </a:lnTo>
                  <a:lnTo>
                    <a:pt x="2240635" y="1562392"/>
                  </a:lnTo>
                  <a:lnTo>
                    <a:pt x="2237957" y="1603209"/>
                  </a:lnTo>
                  <a:lnTo>
                    <a:pt x="2230015" y="1643216"/>
                  </a:lnTo>
                  <a:lnTo>
                    <a:pt x="2216943" y="1681873"/>
                  </a:lnTo>
                  <a:lnTo>
                    <a:pt x="2198878" y="1718640"/>
                  </a:lnTo>
                  <a:lnTo>
                    <a:pt x="2176133" y="1752672"/>
                  </a:lnTo>
                  <a:lnTo>
                    <a:pt x="2149201" y="1783299"/>
                  </a:lnTo>
                  <a:lnTo>
                    <a:pt x="2118489" y="1810215"/>
                  </a:lnTo>
                  <a:lnTo>
                    <a:pt x="2084400" y="1833118"/>
                  </a:lnTo>
                  <a:lnTo>
                    <a:pt x="2047633" y="1851183"/>
                  </a:lnTo>
                  <a:lnTo>
                    <a:pt x="2008976" y="1864255"/>
                  </a:lnTo>
                  <a:lnTo>
                    <a:pt x="1968969" y="1872197"/>
                  </a:lnTo>
                  <a:lnTo>
                    <a:pt x="1928152" y="1874875"/>
                  </a:lnTo>
                  <a:lnTo>
                    <a:pt x="312483" y="1874875"/>
                  </a:lnTo>
                  <a:lnTo>
                    <a:pt x="271665" y="1872197"/>
                  </a:lnTo>
                  <a:lnTo>
                    <a:pt x="231659" y="1864255"/>
                  </a:lnTo>
                  <a:lnTo>
                    <a:pt x="193002" y="1851183"/>
                  </a:lnTo>
                  <a:lnTo>
                    <a:pt x="156235" y="1833118"/>
                  </a:lnTo>
                  <a:lnTo>
                    <a:pt x="122198" y="1810371"/>
                  </a:lnTo>
                  <a:lnTo>
                    <a:pt x="91571" y="1783437"/>
                  </a:lnTo>
                  <a:lnTo>
                    <a:pt x="64657" y="1752724"/>
                  </a:lnTo>
                  <a:lnTo>
                    <a:pt x="41757" y="1718640"/>
                  </a:lnTo>
                  <a:lnTo>
                    <a:pt x="23692" y="1681873"/>
                  </a:lnTo>
                  <a:lnTo>
                    <a:pt x="10620" y="1643216"/>
                  </a:lnTo>
                  <a:lnTo>
                    <a:pt x="2677" y="1603209"/>
                  </a:lnTo>
                  <a:lnTo>
                    <a:pt x="0" y="1562392"/>
                  </a:lnTo>
                  <a:lnTo>
                    <a:pt x="355" y="312470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91562" y="868324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12839" y="0"/>
                  </a:moveTo>
                  <a:lnTo>
                    <a:pt x="272021" y="2677"/>
                  </a:lnTo>
                  <a:lnTo>
                    <a:pt x="232016" y="10620"/>
                  </a:lnTo>
                  <a:lnTo>
                    <a:pt x="193363" y="23692"/>
                  </a:lnTo>
                  <a:lnTo>
                    <a:pt x="156603" y="41757"/>
                  </a:lnTo>
                  <a:lnTo>
                    <a:pt x="122514" y="64657"/>
                  </a:lnTo>
                  <a:lnTo>
                    <a:pt x="91800" y="91571"/>
                  </a:lnTo>
                  <a:lnTo>
                    <a:pt x="64865" y="122198"/>
                  </a:lnTo>
                  <a:lnTo>
                    <a:pt x="42113" y="156235"/>
                  </a:lnTo>
                  <a:lnTo>
                    <a:pt x="24047" y="193002"/>
                  </a:lnTo>
                  <a:lnTo>
                    <a:pt x="10975" y="231657"/>
                  </a:lnTo>
                  <a:lnTo>
                    <a:pt x="3033" y="271660"/>
                  </a:lnTo>
                  <a:lnTo>
                    <a:pt x="355" y="312470"/>
                  </a:lnTo>
                  <a:lnTo>
                    <a:pt x="0" y="1562392"/>
                  </a:lnTo>
                  <a:lnTo>
                    <a:pt x="2677" y="1603209"/>
                  </a:lnTo>
                  <a:lnTo>
                    <a:pt x="10620" y="1643216"/>
                  </a:lnTo>
                  <a:lnTo>
                    <a:pt x="23692" y="1681873"/>
                  </a:lnTo>
                  <a:lnTo>
                    <a:pt x="41757" y="1718640"/>
                  </a:lnTo>
                  <a:lnTo>
                    <a:pt x="64657" y="1752722"/>
                  </a:lnTo>
                  <a:lnTo>
                    <a:pt x="91454" y="1783299"/>
                  </a:lnTo>
                  <a:lnTo>
                    <a:pt x="91571" y="1783432"/>
                  </a:lnTo>
                  <a:lnTo>
                    <a:pt x="122198" y="1810365"/>
                  </a:lnTo>
                  <a:lnTo>
                    <a:pt x="156235" y="1833117"/>
                  </a:lnTo>
                  <a:lnTo>
                    <a:pt x="193002" y="1851183"/>
                  </a:lnTo>
                  <a:lnTo>
                    <a:pt x="231659" y="1864255"/>
                  </a:lnTo>
                  <a:lnTo>
                    <a:pt x="271665" y="1872197"/>
                  </a:lnTo>
                  <a:lnTo>
                    <a:pt x="312483" y="1874875"/>
                  </a:lnTo>
                  <a:lnTo>
                    <a:pt x="1928152" y="1874875"/>
                  </a:lnTo>
                  <a:lnTo>
                    <a:pt x="1968969" y="1872197"/>
                  </a:lnTo>
                  <a:lnTo>
                    <a:pt x="2008976" y="1864255"/>
                  </a:lnTo>
                  <a:lnTo>
                    <a:pt x="2047633" y="1851183"/>
                  </a:lnTo>
                  <a:lnTo>
                    <a:pt x="2084400" y="1833117"/>
                  </a:lnTo>
                  <a:lnTo>
                    <a:pt x="2118489" y="1810215"/>
                  </a:lnTo>
                  <a:lnTo>
                    <a:pt x="2149201" y="1783299"/>
                  </a:lnTo>
                  <a:lnTo>
                    <a:pt x="2176089" y="1752722"/>
                  </a:lnTo>
                  <a:lnTo>
                    <a:pt x="2198878" y="1718640"/>
                  </a:lnTo>
                  <a:lnTo>
                    <a:pt x="2216943" y="1681873"/>
                  </a:lnTo>
                  <a:lnTo>
                    <a:pt x="2230015" y="1643216"/>
                  </a:lnTo>
                  <a:lnTo>
                    <a:pt x="2237957" y="1603209"/>
                  </a:lnTo>
                  <a:lnTo>
                    <a:pt x="2240635" y="1562392"/>
                  </a:lnTo>
                  <a:lnTo>
                    <a:pt x="2240611" y="312470"/>
                  </a:lnTo>
                  <a:lnTo>
                    <a:pt x="2237957" y="272021"/>
                  </a:lnTo>
                  <a:lnTo>
                    <a:pt x="2230015" y="232014"/>
                  </a:lnTo>
                  <a:lnTo>
                    <a:pt x="2216943" y="193358"/>
                  </a:lnTo>
                  <a:lnTo>
                    <a:pt x="2198878" y="156590"/>
                  </a:lnTo>
                  <a:lnTo>
                    <a:pt x="2175977" y="122508"/>
                  </a:lnTo>
                  <a:lnTo>
                    <a:pt x="2149063" y="91798"/>
                  </a:lnTo>
                  <a:lnTo>
                    <a:pt x="2118437" y="64865"/>
                  </a:lnTo>
                  <a:lnTo>
                    <a:pt x="2084400" y="42113"/>
                  </a:lnTo>
                  <a:lnTo>
                    <a:pt x="2047633" y="24047"/>
                  </a:lnTo>
                  <a:lnTo>
                    <a:pt x="2008976" y="10975"/>
                  </a:lnTo>
                  <a:lnTo>
                    <a:pt x="1968969" y="3033"/>
                  </a:lnTo>
                  <a:lnTo>
                    <a:pt x="1928152" y="355"/>
                  </a:lnTo>
                  <a:lnTo>
                    <a:pt x="31283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91562" y="868324"/>
              <a:ext cx="2240915" cy="1875155"/>
            </a:xfrm>
            <a:custGeom>
              <a:avLst/>
              <a:gdLst/>
              <a:ahLst/>
              <a:cxnLst/>
              <a:rect l="l" t="t" r="r" b="b"/>
              <a:pathLst>
                <a:path w="2240915" h="1875155">
                  <a:moveTo>
                    <a:pt x="355" y="312470"/>
                  </a:moveTo>
                  <a:lnTo>
                    <a:pt x="3033" y="271660"/>
                  </a:lnTo>
                  <a:lnTo>
                    <a:pt x="10975" y="231657"/>
                  </a:lnTo>
                  <a:lnTo>
                    <a:pt x="24047" y="193002"/>
                  </a:lnTo>
                  <a:lnTo>
                    <a:pt x="42113" y="156235"/>
                  </a:lnTo>
                  <a:lnTo>
                    <a:pt x="64865" y="122198"/>
                  </a:lnTo>
                  <a:lnTo>
                    <a:pt x="91800" y="91571"/>
                  </a:lnTo>
                  <a:lnTo>
                    <a:pt x="122514" y="64657"/>
                  </a:lnTo>
                  <a:lnTo>
                    <a:pt x="156603" y="41757"/>
                  </a:lnTo>
                  <a:lnTo>
                    <a:pt x="193363" y="23692"/>
                  </a:lnTo>
                  <a:lnTo>
                    <a:pt x="232016" y="10620"/>
                  </a:lnTo>
                  <a:lnTo>
                    <a:pt x="272021" y="2677"/>
                  </a:lnTo>
                  <a:lnTo>
                    <a:pt x="312839" y="0"/>
                  </a:lnTo>
                  <a:lnTo>
                    <a:pt x="1928152" y="355"/>
                  </a:lnTo>
                  <a:lnTo>
                    <a:pt x="1968969" y="3033"/>
                  </a:lnTo>
                  <a:lnTo>
                    <a:pt x="2008976" y="10975"/>
                  </a:lnTo>
                  <a:lnTo>
                    <a:pt x="2047633" y="24047"/>
                  </a:lnTo>
                  <a:lnTo>
                    <a:pt x="2084400" y="42113"/>
                  </a:lnTo>
                  <a:lnTo>
                    <a:pt x="2118437" y="64865"/>
                  </a:lnTo>
                  <a:lnTo>
                    <a:pt x="2149063" y="91798"/>
                  </a:lnTo>
                  <a:lnTo>
                    <a:pt x="2175977" y="122508"/>
                  </a:lnTo>
                  <a:lnTo>
                    <a:pt x="2198878" y="156590"/>
                  </a:lnTo>
                  <a:lnTo>
                    <a:pt x="2216943" y="193358"/>
                  </a:lnTo>
                  <a:lnTo>
                    <a:pt x="2230015" y="232014"/>
                  </a:lnTo>
                  <a:lnTo>
                    <a:pt x="2237957" y="272021"/>
                  </a:lnTo>
                  <a:lnTo>
                    <a:pt x="2240635" y="312839"/>
                  </a:lnTo>
                  <a:lnTo>
                    <a:pt x="2240635" y="1562392"/>
                  </a:lnTo>
                  <a:lnTo>
                    <a:pt x="2237957" y="1603209"/>
                  </a:lnTo>
                  <a:lnTo>
                    <a:pt x="2230015" y="1643216"/>
                  </a:lnTo>
                  <a:lnTo>
                    <a:pt x="2216943" y="1681873"/>
                  </a:lnTo>
                  <a:lnTo>
                    <a:pt x="2198878" y="1718640"/>
                  </a:lnTo>
                  <a:lnTo>
                    <a:pt x="2176133" y="1752672"/>
                  </a:lnTo>
                  <a:lnTo>
                    <a:pt x="2149201" y="1783299"/>
                  </a:lnTo>
                  <a:lnTo>
                    <a:pt x="2118489" y="1810215"/>
                  </a:lnTo>
                  <a:lnTo>
                    <a:pt x="2084400" y="1833117"/>
                  </a:lnTo>
                  <a:lnTo>
                    <a:pt x="2047633" y="1851183"/>
                  </a:lnTo>
                  <a:lnTo>
                    <a:pt x="2008976" y="1864255"/>
                  </a:lnTo>
                  <a:lnTo>
                    <a:pt x="1968969" y="1872197"/>
                  </a:lnTo>
                  <a:lnTo>
                    <a:pt x="1928152" y="1874875"/>
                  </a:lnTo>
                  <a:lnTo>
                    <a:pt x="312483" y="1874875"/>
                  </a:lnTo>
                  <a:lnTo>
                    <a:pt x="271665" y="1872197"/>
                  </a:lnTo>
                  <a:lnTo>
                    <a:pt x="231659" y="1864255"/>
                  </a:lnTo>
                  <a:lnTo>
                    <a:pt x="193002" y="1851183"/>
                  </a:lnTo>
                  <a:lnTo>
                    <a:pt x="156235" y="1833117"/>
                  </a:lnTo>
                  <a:lnTo>
                    <a:pt x="122198" y="1810365"/>
                  </a:lnTo>
                  <a:lnTo>
                    <a:pt x="91571" y="1783432"/>
                  </a:lnTo>
                  <a:lnTo>
                    <a:pt x="64657" y="1752722"/>
                  </a:lnTo>
                  <a:lnTo>
                    <a:pt x="41757" y="1718640"/>
                  </a:lnTo>
                  <a:lnTo>
                    <a:pt x="23692" y="1681873"/>
                  </a:lnTo>
                  <a:lnTo>
                    <a:pt x="10620" y="1643216"/>
                  </a:lnTo>
                  <a:lnTo>
                    <a:pt x="2677" y="1603209"/>
                  </a:lnTo>
                  <a:lnTo>
                    <a:pt x="0" y="1562392"/>
                  </a:lnTo>
                  <a:lnTo>
                    <a:pt x="355" y="312470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97361" y="817918"/>
              <a:ext cx="2080895" cy="1875155"/>
            </a:xfrm>
            <a:custGeom>
              <a:avLst/>
              <a:gdLst/>
              <a:ahLst/>
              <a:cxnLst/>
              <a:rect l="l" t="t" r="r" b="b"/>
              <a:pathLst>
                <a:path w="2080895" h="1875155">
                  <a:moveTo>
                    <a:pt x="312839" y="0"/>
                  </a:moveTo>
                  <a:lnTo>
                    <a:pt x="272021" y="2677"/>
                  </a:lnTo>
                  <a:lnTo>
                    <a:pt x="232016" y="10620"/>
                  </a:lnTo>
                  <a:lnTo>
                    <a:pt x="193363" y="23692"/>
                  </a:lnTo>
                  <a:lnTo>
                    <a:pt x="156603" y="41757"/>
                  </a:lnTo>
                  <a:lnTo>
                    <a:pt x="122514" y="64659"/>
                  </a:lnTo>
                  <a:lnTo>
                    <a:pt x="91800" y="91578"/>
                  </a:lnTo>
                  <a:lnTo>
                    <a:pt x="64865" y="122208"/>
                  </a:lnTo>
                  <a:lnTo>
                    <a:pt x="42113" y="156248"/>
                  </a:lnTo>
                  <a:lnTo>
                    <a:pt x="24047" y="193007"/>
                  </a:lnTo>
                  <a:lnTo>
                    <a:pt x="10975" y="231660"/>
                  </a:lnTo>
                  <a:lnTo>
                    <a:pt x="3033" y="271666"/>
                  </a:lnTo>
                  <a:lnTo>
                    <a:pt x="355" y="312483"/>
                  </a:lnTo>
                  <a:lnTo>
                    <a:pt x="0" y="1562404"/>
                  </a:lnTo>
                  <a:lnTo>
                    <a:pt x="2677" y="1603215"/>
                  </a:lnTo>
                  <a:lnTo>
                    <a:pt x="10620" y="1643218"/>
                  </a:lnTo>
                  <a:lnTo>
                    <a:pt x="23692" y="1681873"/>
                  </a:lnTo>
                  <a:lnTo>
                    <a:pt x="41757" y="1718640"/>
                  </a:lnTo>
                  <a:lnTo>
                    <a:pt x="64659" y="1752729"/>
                  </a:lnTo>
                  <a:lnTo>
                    <a:pt x="91459" y="1783308"/>
                  </a:lnTo>
                  <a:lnTo>
                    <a:pt x="91576" y="1783441"/>
                  </a:lnTo>
                  <a:lnTo>
                    <a:pt x="122203" y="1810373"/>
                  </a:lnTo>
                  <a:lnTo>
                    <a:pt x="156235" y="1833117"/>
                  </a:lnTo>
                  <a:lnTo>
                    <a:pt x="193002" y="1851188"/>
                  </a:lnTo>
                  <a:lnTo>
                    <a:pt x="231659" y="1864259"/>
                  </a:lnTo>
                  <a:lnTo>
                    <a:pt x="271665" y="1872199"/>
                  </a:lnTo>
                  <a:lnTo>
                    <a:pt x="312483" y="1874875"/>
                  </a:lnTo>
                  <a:lnTo>
                    <a:pt x="1768322" y="1874875"/>
                  </a:lnTo>
                  <a:lnTo>
                    <a:pt x="1809132" y="1872199"/>
                  </a:lnTo>
                  <a:lnTo>
                    <a:pt x="1849135" y="1864259"/>
                  </a:lnTo>
                  <a:lnTo>
                    <a:pt x="1887791" y="1851188"/>
                  </a:lnTo>
                  <a:lnTo>
                    <a:pt x="1924557" y="1833117"/>
                  </a:lnTo>
                  <a:lnTo>
                    <a:pt x="1958647" y="1810223"/>
                  </a:lnTo>
                  <a:lnTo>
                    <a:pt x="1989359" y="1783308"/>
                  </a:lnTo>
                  <a:lnTo>
                    <a:pt x="2016246" y="1752729"/>
                  </a:lnTo>
                  <a:lnTo>
                    <a:pt x="2039035" y="1718640"/>
                  </a:lnTo>
                  <a:lnTo>
                    <a:pt x="2057106" y="1681873"/>
                  </a:lnTo>
                  <a:lnTo>
                    <a:pt x="2070177" y="1643218"/>
                  </a:lnTo>
                  <a:lnTo>
                    <a:pt x="2078117" y="1603215"/>
                  </a:lnTo>
                  <a:lnTo>
                    <a:pt x="2080793" y="1562404"/>
                  </a:lnTo>
                  <a:lnTo>
                    <a:pt x="2080770" y="312483"/>
                  </a:lnTo>
                  <a:lnTo>
                    <a:pt x="2078117" y="272028"/>
                  </a:lnTo>
                  <a:lnTo>
                    <a:pt x="2070177" y="232025"/>
                  </a:lnTo>
                  <a:lnTo>
                    <a:pt x="2057106" y="193370"/>
                  </a:lnTo>
                  <a:lnTo>
                    <a:pt x="2039035" y="156603"/>
                  </a:lnTo>
                  <a:lnTo>
                    <a:pt x="2016140" y="122514"/>
                  </a:lnTo>
                  <a:lnTo>
                    <a:pt x="1989226" y="91801"/>
                  </a:lnTo>
                  <a:lnTo>
                    <a:pt x="1958597" y="64870"/>
                  </a:lnTo>
                  <a:lnTo>
                    <a:pt x="1924557" y="42125"/>
                  </a:lnTo>
                  <a:lnTo>
                    <a:pt x="1887791" y="24053"/>
                  </a:lnTo>
                  <a:lnTo>
                    <a:pt x="1849135" y="10977"/>
                  </a:lnTo>
                  <a:lnTo>
                    <a:pt x="1809132" y="3033"/>
                  </a:lnTo>
                  <a:lnTo>
                    <a:pt x="1768322" y="355"/>
                  </a:lnTo>
                  <a:lnTo>
                    <a:pt x="312839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97361" y="817918"/>
              <a:ext cx="2080895" cy="1875155"/>
            </a:xfrm>
            <a:custGeom>
              <a:avLst/>
              <a:gdLst/>
              <a:ahLst/>
              <a:cxnLst/>
              <a:rect l="l" t="t" r="r" b="b"/>
              <a:pathLst>
                <a:path w="2080895" h="1875155">
                  <a:moveTo>
                    <a:pt x="355" y="312483"/>
                  </a:moveTo>
                  <a:lnTo>
                    <a:pt x="3033" y="271666"/>
                  </a:lnTo>
                  <a:lnTo>
                    <a:pt x="10975" y="231660"/>
                  </a:lnTo>
                  <a:lnTo>
                    <a:pt x="24047" y="193007"/>
                  </a:lnTo>
                  <a:lnTo>
                    <a:pt x="42113" y="156248"/>
                  </a:lnTo>
                  <a:lnTo>
                    <a:pt x="64865" y="122208"/>
                  </a:lnTo>
                  <a:lnTo>
                    <a:pt x="91800" y="91578"/>
                  </a:lnTo>
                  <a:lnTo>
                    <a:pt x="122514" y="64659"/>
                  </a:lnTo>
                  <a:lnTo>
                    <a:pt x="156603" y="41757"/>
                  </a:lnTo>
                  <a:lnTo>
                    <a:pt x="193363" y="23692"/>
                  </a:lnTo>
                  <a:lnTo>
                    <a:pt x="232016" y="10620"/>
                  </a:lnTo>
                  <a:lnTo>
                    <a:pt x="272021" y="2677"/>
                  </a:lnTo>
                  <a:lnTo>
                    <a:pt x="312839" y="0"/>
                  </a:lnTo>
                  <a:lnTo>
                    <a:pt x="1768322" y="355"/>
                  </a:lnTo>
                  <a:lnTo>
                    <a:pt x="1809132" y="3033"/>
                  </a:lnTo>
                  <a:lnTo>
                    <a:pt x="1849135" y="10977"/>
                  </a:lnTo>
                  <a:lnTo>
                    <a:pt x="1887791" y="24053"/>
                  </a:lnTo>
                  <a:lnTo>
                    <a:pt x="1924557" y="42125"/>
                  </a:lnTo>
                  <a:lnTo>
                    <a:pt x="1958597" y="64870"/>
                  </a:lnTo>
                  <a:lnTo>
                    <a:pt x="1989226" y="91801"/>
                  </a:lnTo>
                  <a:lnTo>
                    <a:pt x="2016140" y="122514"/>
                  </a:lnTo>
                  <a:lnTo>
                    <a:pt x="2039035" y="156603"/>
                  </a:lnTo>
                  <a:lnTo>
                    <a:pt x="2057106" y="193370"/>
                  </a:lnTo>
                  <a:lnTo>
                    <a:pt x="2070177" y="232025"/>
                  </a:lnTo>
                  <a:lnTo>
                    <a:pt x="2078117" y="272028"/>
                  </a:lnTo>
                  <a:lnTo>
                    <a:pt x="2080793" y="312839"/>
                  </a:lnTo>
                  <a:lnTo>
                    <a:pt x="2080793" y="1562404"/>
                  </a:lnTo>
                  <a:lnTo>
                    <a:pt x="2078117" y="1603215"/>
                  </a:lnTo>
                  <a:lnTo>
                    <a:pt x="2070177" y="1643218"/>
                  </a:lnTo>
                  <a:lnTo>
                    <a:pt x="2057106" y="1681873"/>
                  </a:lnTo>
                  <a:lnTo>
                    <a:pt x="2039035" y="1718640"/>
                  </a:lnTo>
                  <a:lnTo>
                    <a:pt x="2016290" y="1752679"/>
                  </a:lnTo>
                  <a:lnTo>
                    <a:pt x="1989359" y="1783308"/>
                  </a:lnTo>
                  <a:lnTo>
                    <a:pt x="1958647" y="1810223"/>
                  </a:lnTo>
                  <a:lnTo>
                    <a:pt x="1924557" y="1833117"/>
                  </a:lnTo>
                  <a:lnTo>
                    <a:pt x="1887791" y="1851188"/>
                  </a:lnTo>
                  <a:lnTo>
                    <a:pt x="1849135" y="1864259"/>
                  </a:lnTo>
                  <a:lnTo>
                    <a:pt x="1809132" y="1872199"/>
                  </a:lnTo>
                  <a:lnTo>
                    <a:pt x="1768322" y="1874875"/>
                  </a:lnTo>
                  <a:lnTo>
                    <a:pt x="312483" y="1874875"/>
                  </a:lnTo>
                  <a:lnTo>
                    <a:pt x="271665" y="1872199"/>
                  </a:lnTo>
                  <a:lnTo>
                    <a:pt x="231659" y="1864259"/>
                  </a:lnTo>
                  <a:lnTo>
                    <a:pt x="193002" y="1851188"/>
                  </a:lnTo>
                  <a:lnTo>
                    <a:pt x="156235" y="1833117"/>
                  </a:lnTo>
                  <a:lnTo>
                    <a:pt x="122203" y="1810373"/>
                  </a:lnTo>
                  <a:lnTo>
                    <a:pt x="91576" y="1783441"/>
                  </a:lnTo>
                  <a:lnTo>
                    <a:pt x="64659" y="1752729"/>
                  </a:lnTo>
                  <a:lnTo>
                    <a:pt x="41757" y="1718640"/>
                  </a:lnTo>
                  <a:lnTo>
                    <a:pt x="23692" y="1681873"/>
                  </a:lnTo>
                  <a:lnTo>
                    <a:pt x="10620" y="1643218"/>
                  </a:lnTo>
                  <a:lnTo>
                    <a:pt x="2677" y="1603215"/>
                  </a:lnTo>
                  <a:lnTo>
                    <a:pt x="0" y="1562404"/>
                  </a:lnTo>
                  <a:lnTo>
                    <a:pt x="355" y="312483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26033" y="779043"/>
              <a:ext cx="2012314" cy="1875155"/>
            </a:xfrm>
            <a:custGeom>
              <a:avLst/>
              <a:gdLst/>
              <a:ahLst/>
              <a:cxnLst/>
              <a:rect l="l" t="t" r="r" b="b"/>
              <a:pathLst>
                <a:path w="2012315" h="1875155">
                  <a:moveTo>
                    <a:pt x="312851" y="0"/>
                  </a:moveTo>
                  <a:lnTo>
                    <a:pt x="272034" y="2677"/>
                  </a:lnTo>
                  <a:lnTo>
                    <a:pt x="232027" y="10620"/>
                  </a:lnTo>
                  <a:lnTo>
                    <a:pt x="193370" y="23692"/>
                  </a:lnTo>
                  <a:lnTo>
                    <a:pt x="156603" y="41757"/>
                  </a:lnTo>
                  <a:lnTo>
                    <a:pt x="122514" y="64657"/>
                  </a:lnTo>
                  <a:lnTo>
                    <a:pt x="91801" y="91571"/>
                  </a:lnTo>
                  <a:lnTo>
                    <a:pt x="64870" y="122198"/>
                  </a:lnTo>
                  <a:lnTo>
                    <a:pt x="42125" y="156235"/>
                  </a:lnTo>
                  <a:lnTo>
                    <a:pt x="24060" y="193002"/>
                  </a:lnTo>
                  <a:lnTo>
                    <a:pt x="10988" y="231657"/>
                  </a:lnTo>
                  <a:lnTo>
                    <a:pt x="3046" y="271660"/>
                  </a:lnTo>
                  <a:lnTo>
                    <a:pt x="368" y="312470"/>
                  </a:lnTo>
                  <a:lnTo>
                    <a:pt x="0" y="1562392"/>
                  </a:lnTo>
                  <a:lnTo>
                    <a:pt x="2677" y="1603209"/>
                  </a:lnTo>
                  <a:lnTo>
                    <a:pt x="10621" y="1643216"/>
                  </a:lnTo>
                  <a:lnTo>
                    <a:pt x="23697" y="1681873"/>
                  </a:lnTo>
                  <a:lnTo>
                    <a:pt x="41770" y="1718640"/>
                  </a:lnTo>
                  <a:lnTo>
                    <a:pt x="64665" y="1752724"/>
                  </a:lnTo>
                  <a:lnTo>
                    <a:pt x="91458" y="1783299"/>
                  </a:lnTo>
                  <a:lnTo>
                    <a:pt x="122208" y="1810371"/>
                  </a:lnTo>
                  <a:lnTo>
                    <a:pt x="156248" y="1833118"/>
                  </a:lnTo>
                  <a:lnTo>
                    <a:pt x="193014" y="1851183"/>
                  </a:lnTo>
                  <a:lnTo>
                    <a:pt x="231670" y="1864255"/>
                  </a:lnTo>
                  <a:lnTo>
                    <a:pt x="271673" y="1872197"/>
                  </a:lnTo>
                  <a:lnTo>
                    <a:pt x="312483" y="1874875"/>
                  </a:lnTo>
                  <a:lnTo>
                    <a:pt x="1699564" y="1874875"/>
                  </a:lnTo>
                  <a:lnTo>
                    <a:pt x="1740382" y="1872197"/>
                  </a:lnTo>
                  <a:lnTo>
                    <a:pt x="1780387" y="1864255"/>
                  </a:lnTo>
                  <a:lnTo>
                    <a:pt x="1819040" y="1851183"/>
                  </a:lnTo>
                  <a:lnTo>
                    <a:pt x="1855800" y="1833118"/>
                  </a:lnTo>
                  <a:lnTo>
                    <a:pt x="1889889" y="1810215"/>
                  </a:lnTo>
                  <a:lnTo>
                    <a:pt x="1920603" y="1783299"/>
                  </a:lnTo>
                  <a:lnTo>
                    <a:pt x="1947492" y="1752724"/>
                  </a:lnTo>
                  <a:lnTo>
                    <a:pt x="1970290" y="1718640"/>
                  </a:lnTo>
                  <a:lnTo>
                    <a:pt x="1988356" y="1681873"/>
                  </a:lnTo>
                  <a:lnTo>
                    <a:pt x="2001427" y="1643216"/>
                  </a:lnTo>
                  <a:lnTo>
                    <a:pt x="2009370" y="1603209"/>
                  </a:lnTo>
                  <a:lnTo>
                    <a:pt x="2012048" y="1562392"/>
                  </a:lnTo>
                  <a:lnTo>
                    <a:pt x="2012024" y="312470"/>
                  </a:lnTo>
                  <a:lnTo>
                    <a:pt x="2009370" y="272021"/>
                  </a:lnTo>
                  <a:lnTo>
                    <a:pt x="2001427" y="232014"/>
                  </a:lnTo>
                  <a:lnTo>
                    <a:pt x="1988356" y="193358"/>
                  </a:lnTo>
                  <a:lnTo>
                    <a:pt x="1970290" y="156591"/>
                  </a:lnTo>
                  <a:lnTo>
                    <a:pt x="1947388" y="122508"/>
                  </a:lnTo>
                  <a:lnTo>
                    <a:pt x="1920470" y="91798"/>
                  </a:lnTo>
                  <a:lnTo>
                    <a:pt x="1889839" y="64865"/>
                  </a:lnTo>
                  <a:lnTo>
                    <a:pt x="1855800" y="42113"/>
                  </a:lnTo>
                  <a:lnTo>
                    <a:pt x="1819040" y="24047"/>
                  </a:lnTo>
                  <a:lnTo>
                    <a:pt x="1780387" y="10975"/>
                  </a:lnTo>
                  <a:lnTo>
                    <a:pt x="1740382" y="3033"/>
                  </a:lnTo>
                  <a:lnTo>
                    <a:pt x="1699564" y="355"/>
                  </a:lnTo>
                  <a:lnTo>
                    <a:pt x="312851" y="0"/>
                  </a:lnTo>
                  <a:close/>
                </a:path>
              </a:pathLst>
            </a:custGeom>
            <a:solidFill>
              <a:srgbClr val="172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6033" y="779043"/>
              <a:ext cx="2012314" cy="1875155"/>
            </a:xfrm>
            <a:custGeom>
              <a:avLst/>
              <a:gdLst/>
              <a:ahLst/>
              <a:cxnLst/>
              <a:rect l="l" t="t" r="r" b="b"/>
              <a:pathLst>
                <a:path w="2012315" h="1875155">
                  <a:moveTo>
                    <a:pt x="368" y="312470"/>
                  </a:moveTo>
                  <a:lnTo>
                    <a:pt x="3046" y="271660"/>
                  </a:lnTo>
                  <a:lnTo>
                    <a:pt x="10988" y="231657"/>
                  </a:lnTo>
                  <a:lnTo>
                    <a:pt x="24060" y="193002"/>
                  </a:lnTo>
                  <a:lnTo>
                    <a:pt x="42125" y="156235"/>
                  </a:lnTo>
                  <a:lnTo>
                    <a:pt x="64870" y="122198"/>
                  </a:lnTo>
                  <a:lnTo>
                    <a:pt x="91801" y="91571"/>
                  </a:lnTo>
                  <a:lnTo>
                    <a:pt x="122514" y="64657"/>
                  </a:lnTo>
                  <a:lnTo>
                    <a:pt x="156603" y="41757"/>
                  </a:lnTo>
                  <a:lnTo>
                    <a:pt x="193370" y="23692"/>
                  </a:lnTo>
                  <a:lnTo>
                    <a:pt x="232027" y="10620"/>
                  </a:lnTo>
                  <a:lnTo>
                    <a:pt x="272034" y="2677"/>
                  </a:lnTo>
                  <a:lnTo>
                    <a:pt x="312851" y="0"/>
                  </a:lnTo>
                  <a:lnTo>
                    <a:pt x="1699564" y="355"/>
                  </a:lnTo>
                  <a:lnTo>
                    <a:pt x="1740382" y="3033"/>
                  </a:lnTo>
                  <a:lnTo>
                    <a:pt x="1780387" y="10975"/>
                  </a:lnTo>
                  <a:lnTo>
                    <a:pt x="1819040" y="24047"/>
                  </a:lnTo>
                  <a:lnTo>
                    <a:pt x="1855800" y="42113"/>
                  </a:lnTo>
                  <a:lnTo>
                    <a:pt x="1889839" y="64865"/>
                  </a:lnTo>
                  <a:lnTo>
                    <a:pt x="1920470" y="91798"/>
                  </a:lnTo>
                  <a:lnTo>
                    <a:pt x="1947388" y="122508"/>
                  </a:lnTo>
                  <a:lnTo>
                    <a:pt x="1970290" y="156591"/>
                  </a:lnTo>
                  <a:lnTo>
                    <a:pt x="1988356" y="193358"/>
                  </a:lnTo>
                  <a:lnTo>
                    <a:pt x="2001427" y="232014"/>
                  </a:lnTo>
                  <a:lnTo>
                    <a:pt x="2009370" y="272021"/>
                  </a:lnTo>
                  <a:lnTo>
                    <a:pt x="2012048" y="312839"/>
                  </a:lnTo>
                  <a:lnTo>
                    <a:pt x="2012048" y="1562392"/>
                  </a:lnTo>
                  <a:lnTo>
                    <a:pt x="2009370" y="1603209"/>
                  </a:lnTo>
                  <a:lnTo>
                    <a:pt x="2001427" y="1643216"/>
                  </a:lnTo>
                  <a:lnTo>
                    <a:pt x="1988356" y="1681873"/>
                  </a:lnTo>
                  <a:lnTo>
                    <a:pt x="1970290" y="1718640"/>
                  </a:lnTo>
                  <a:lnTo>
                    <a:pt x="1947538" y="1752672"/>
                  </a:lnTo>
                  <a:lnTo>
                    <a:pt x="1920603" y="1783299"/>
                  </a:lnTo>
                  <a:lnTo>
                    <a:pt x="1889889" y="1810215"/>
                  </a:lnTo>
                  <a:lnTo>
                    <a:pt x="1855800" y="1833118"/>
                  </a:lnTo>
                  <a:lnTo>
                    <a:pt x="1819040" y="1851183"/>
                  </a:lnTo>
                  <a:lnTo>
                    <a:pt x="1780387" y="1864255"/>
                  </a:lnTo>
                  <a:lnTo>
                    <a:pt x="1740382" y="1872197"/>
                  </a:lnTo>
                  <a:lnTo>
                    <a:pt x="1699564" y="1874875"/>
                  </a:lnTo>
                  <a:lnTo>
                    <a:pt x="312483" y="1874875"/>
                  </a:lnTo>
                  <a:lnTo>
                    <a:pt x="271673" y="1872197"/>
                  </a:lnTo>
                  <a:lnTo>
                    <a:pt x="231670" y="1864255"/>
                  </a:lnTo>
                  <a:lnTo>
                    <a:pt x="193014" y="1851183"/>
                  </a:lnTo>
                  <a:lnTo>
                    <a:pt x="156248" y="1833118"/>
                  </a:lnTo>
                  <a:lnTo>
                    <a:pt x="122208" y="1810371"/>
                  </a:lnTo>
                  <a:lnTo>
                    <a:pt x="91579" y="1783437"/>
                  </a:lnTo>
                  <a:lnTo>
                    <a:pt x="64665" y="1752724"/>
                  </a:lnTo>
                  <a:lnTo>
                    <a:pt x="41770" y="1718640"/>
                  </a:lnTo>
                  <a:lnTo>
                    <a:pt x="23697" y="1681873"/>
                  </a:lnTo>
                  <a:lnTo>
                    <a:pt x="10621" y="1643216"/>
                  </a:lnTo>
                  <a:lnTo>
                    <a:pt x="2677" y="1603209"/>
                  </a:lnTo>
                  <a:lnTo>
                    <a:pt x="0" y="1562392"/>
                  </a:lnTo>
                  <a:lnTo>
                    <a:pt x="368" y="312470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3603" y="2818803"/>
              <a:ext cx="8733155" cy="3215640"/>
            </a:xfrm>
            <a:custGeom>
              <a:avLst/>
              <a:gdLst/>
              <a:ahLst/>
              <a:cxnLst/>
              <a:rect l="l" t="t" r="r" b="b"/>
              <a:pathLst>
                <a:path w="8733155" h="3215640">
                  <a:moveTo>
                    <a:pt x="536397" y="0"/>
                  </a:moveTo>
                  <a:lnTo>
                    <a:pt x="489454" y="2058"/>
                  </a:lnTo>
                  <a:lnTo>
                    <a:pt x="443101" y="8186"/>
                  </a:lnTo>
                  <a:lnTo>
                    <a:pt x="397568" y="18314"/>
                  </a:lnTo>
                  <a:lnTo>
                    <a:pt x="353087" y="32372"/>
                  </a:lnTo>
                  <a:lnTo>
                    <a:pt x="309887" y="50289"/>
                  </a:lnTo>
                  <a:lnTo>
                    <a:pt x="268198" y="71996"/>
                  </a:lnTo>
                  <a:lnTo>
                    <a:pt x="228657" y="97253"/>
                  </a:lnTo>
                  <a:lnTo>
                    <a:pt x="191562" y="125742"/>
                  </a:lnTo>
                  <a:lnTo>
                    <a:pt x="157272" y="157133"/>
                  </a:lnTo>
                  <a:lnTo>
                    <a:pt x="125742" y="191488"/>
                  </a:lnTo>
                  <a:lnTo>
                    <a:pt x="97253" y="228563"/>
                  </a:lnTo>
                  <a:lnTo>
                    <a:pt x="71996" y="268198"/>
                  </a:lnTo>
                  <a:lnTo>
                    <a:pt x="50439" y="309761"/>
                  </a:lnTo>
                  <a:lnTo>
                    <a:pt x="32623" y="352916"/>
                  </a:lnTo>
                  <a:lnTo>
                    <a:pt x="18626" y="397390"/>
                  </a:lnTo>
                  <a:lnTo>
                    <a:pt x="8529" y="442916"/>
                  </a:lnTo>
                  <a:lnTo>
                    <a:pt x="2412" y="489223"/>
                  </a:lnTo>
                  <a:lnTo>
                    <a:pt x="355" y="536041"/>
                  </a:lnTo>
                  <a:lnTo>
                    <a:pt x="0" y="2679471"/>
                  </a:lnTo>
                  <a:lnTo>
                    <a:pt x="2058" y="2726414"/>
                  </a:lnTo>
                  <a:lnTo>
                    <a:pt x="8164" y="2772596"/>
                  </a:lnTo>
                  <a:lnTo>
                    <a:pt x="18275" y="2818122"/>
                  </a:lnTo>
                  <a:lnTo>
                    <a:pt x="32313" y="2862596"/>
                  </a:lnTo>
                  <a:lnTo>
                    <a:pt x="32372" y="2862785"/>
                  </a:lnTo>
                  <a:lnTo>
                    <a:pt x="50191" y="2905751"/>
                  </a:lnTo>
                  <a:lnTo>
                    <a:pt x="50289" y="2905988"/>
                  </a:lnTo>
                  <a:lnTo>
                    <a:pt x="71996" y="2947682"/>
                  </a:lnTo>
                  <a:lnTo>
                    <a:pt x="97227" y="2987189"/>
                  </a:lnTo>
                  <a:lnTo>
                    <a:pt x="125660" y="3024226"/>
                  </a:lnTo>
                  <a:lnTo>
                    <a:pt x="157133" y="3058602"/>
                  </a:lnTo>
                  <a:lnTo>
                    <a:pt x="191488" y="3090129"/>
                  </a:lnTo>
                  <a:lnTo>
                    <a:pt x="228563" y="3118616"/>
                  </a:lnTo>
                  <a:lnTo>
                    <a:pt x="268198" y="3143872"/>
                  </a:lnTo>
                  <a:lnTo>
                    <a:pt x="309761" y="3165428"/>
                  </a:lnTo>
                  <a:lnTo>
                    <a:pt x="352916" y="3183245"/>
                  </a:lnTo>
                  <a:lnTo>
                    <a:pt x="397390" y="3197242"/>
                  </a:lnTo>
                  <a:lnTo>
                    <a:pt x="442916" y="3207339"/>
                  </a:lnTo>
                  <a:lnTo>
                    <a:pt x="489223" y="3213456"/>
                  </a:lnTo>
                  <a:lnTo>
                    <a:pt x="536041" y="3215513"/>
                  </a:lnTo>
                  <a:lnTo>
                    <a:pt x="8196833" y="3215513"/>
                  </a:lnTo>
                  <a:lnTo>
                    <a:pt x="8243739" y="3213456"/>
                  </a:lnTo>
                  <a:lnTo>
                    <a:pt x="8290030" y="3207339"/>
                  </a:lnTo>
                  <a:lnTo>
                    <a:pt x="8335462" y="3197242"/>
                  </a:lnTo>
                  <a:lnTo>
                    <a:pt x="8379810" y="3183245"/>
                  </a:lnTo>
                  <a:lnTo>
                    <a:pt x="8423344" y="3165223"/>
                  </a:lnTo>
                  <a:lnTo>
                    <a:pt x="8465032" y="3143516"/>
                  </a:lnTo>
                  <a:lnTo>
                    <a:pt x="8504544" y="3118285"/>
                  </a:lnTo>
                  <a:lnTo>
                    <a:pt x="8541584" y="3089852"/>
                  </a:lnTo>
                  <a:lnTo>
                    <a:pt x="8575963" y="3058379"/>
                  </a:lnTo>
                  <a:lnTo>
                    <a:pt x="8607491" y="3024024"/>
                  </a:lnTo>
                  <a:lnTo>
                    <a:pt x="8635978" y="2986949"/>
                  </a:lnTo>
                  <a:lnTo>
                    <a:pt x="8661234" y="2947314"/>
                  </a:lnTo>
                  <a:lnTo>
                    <a:pt x="8682668" y="2905988"/>
                  </a:lnTo>
                  <a:lnTo>
                    <a:pt x="8700530" y="2862785"/>
                  </a:lnTo>
                  <a:lnTo>
                    <a:pt x="8714548" y="2818301"/>
                  </a:lnTo>
                  <a:lnTo>
                    <a:pt x="8714605" y="2818122"/>
                  </a:lnTo>
                  <a:lnTo>
                    <a:pt x="8724663" y="2772767"/>
                  </a:lnTo>
                  <a:lnTo>
                    <a:pt x="8724701" y="2772596"/>
                  </a:lnTo>
                  <a:lnTo>
                    <a:pt x="8730802" y="2726414"/>
                  </a:lnTo>
                  <a:lnTo>
                    <a:pt x="8732875" y="2679471"/>
                  </a:lnTo>
                  <a:lnTo>
                    <a:pt x="8732860" y="536041"/>
                  </a:lnTo>
                  <a:lnTo>
                    <a:pt x="8730817" y="489454"/>
                  </a:lnTo>
                  <a:lnTo>
                    <a:pt x="8724688" y="443103"/>
                  </a:lnTo>
                  <a:lnTo>
                    <a:pt x="8714560" y="397573"/>
                  </a:lnTo>
                  <a:lnTo>
                    <a:pt x="8700502" y="353092"/>
                  </a:lnTo>
                  <a:lnTo>
                    <a:pt x="8682585" y="309891"/>
                  </a:lnTo>
                  <a:lnTo>
                    <a:pt x="8660879" y="268198"/>
                  </a:lnTo>
                  <a:lnTo>
                    <a:pt x="8635643" y="228691"/>
                  </a:lnTo>
                  <a:lnTo>
                    <a:pt x="8607209" y="191651"/>
                  </a:lnTo>
                  <a:lnTo>
                    <a:pt x="8575736" y="157272"/>
                  </a:lnTo>
                  <a:lnTo>
                    <a:pt x="8541384" y="125742"/>
                  </a:lnTo>
                  <a:lnTo>
                    <a:pt x="8504311" y="97253"/>
                  </a:lnTo>
                  <a:lnTo>
                    <a:pt x="8464677" y="71996"/>
                  </a:lnTo>
                  <a:lnTo>
                    <a:pt x="8423113" y="50439"/>
                  </a:lnTo>
                  <a:lnTo>
                    <a:pt x="8379959" y="32623"/>
                  </a:lnTo>
                  <a:lnTo>
                    <a:pt x="8335484" y="18626"/>
                  </a:lnTo>
                  <a:lnTo>
                    <a:pt x="8289958" y="8529"/>
                  </a:lnTo>
                  <a:lnTo>
                    <a:pt x="8243652" y="2412"/>
                  </a:lnTo>
                  <a:lnTo>
                    <a:pt x="8196833" y="355"/>
                  </a:lnTo>
                  <a:lnTo>
                    <a:pt x="536397" y="0"/>
                  </a:lnTo>
                  <a:close/>
                </a:path>
              </a:pathLst>
            </a:custGeom>
            <a:solidFill>
              <a:srgbClr val="111A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3603" y="2818803"/>
              <a:ext cx="8733155" cy="3215640"/>
            </a:xfrm>
            <a:custGeom>
              <a:avLst/>
              <a:gdLst/>
              <a:ahLst/>
              <a:cxnLst/>
              <a:rect l="l" t="t" r="r" b="b"/>
              <a:pathLst>
                <a:path w="8733155" h="3215640">
                  <a:moveTo>
                    <a:pt x="355" y="536041"/>
                  </a:moveTo>
                  <a:lnTo>
                    <a:pt x="2412" y="489223"/>
                  </a:lnTo>
                  <a:lnTo>
                    <a:pt x="8529" y="442916"/>
                  </a:lnTo>
                  <a:lnTo>
                    <a:pt x="18626" y="397390"/>
                  </a:lnTo>
                  <a:lnTo>
                    <a:pt x="32623" y="352916"/>
                  </a:lnTo>
                  <a:lnTo>
                    <a:pt x="50439" y="309761"/>
                  </a:lnTo>
                  <a:lnTo>
                    <a:pt x="71996" y="268198"/>
                  </a:lnTo>
                  <a:lnTo>
                    <a:pt x="97253" y="228563"/>
                  </a:lnTo>
                  <a:lnTo>
                    <a:pt x="125742" y="191488"/>
                  </a:lnTo>
                  <a:lnTo>
                    <a:pt x="157272" y="157133"/>
                  </a:lnTo>
                  <a:lnTo>
                    <a:pt x="191651" y="125660"/>
                  </a:lnTo>
                  <a:lnTo>
                    <a:pt x="228691" y="97227"/>
                  </a:lnTo>
                  <a:lnTo>
                    <a:pt x="268198" y="71996"/>
                  </a:lnTo>
                  <a:lnTo>
                    <a:pt x="309887" y="50289"/>
                  </a:lnTo>
                  <a:lnTo>
                    <a:pt x="353087" y="32372"/>
                  </a:lnTo>
                  <a:lnTo>
                    <a:pt x="397568" y="18314"/>
                  </a:lnTo>
                  <a:lnTo>
                    <a:pt x="443101" y="8186"/>
                  </a:lnTo>
                  <a:lnTo>
                    <a:pt x="489454" y="2058"/>
                  </a:lnTo>
                  <a:lnTo>
                    <a:pt x="536397" y="0"/>
                  </a:lnTo>
                  <a:lnTo>
                    <a:pt x="8196833" y="355"/>
                  </a:lnTo>
                  <a:lnTo>
                    <a:pt x="8243652" y="2412"/>
                  </a:lnTo>
                  <a:lnTo>
                    <a:pt x="8289958" y="8529"/>
                  </a:lnTo>
                  <a:lnTo>
                    <a:pt x="8335484" y="18626"/>
                  </a:lnTo>
                  <a:lnTo>
                    <a:pt x="8379959" y="32623"/>
                  </a:lnTo>
                  <a:lnTo>
                    <a:pt x="8423113" y="50439"/>
                  </a:lnTo>
                  <a:lnTo>
                    <a:pt x="8464677" y="71996"/>
                  </a:lnTo>
                  <a:lnTo>
                    <a:pt x="8504311" y="97253"/>
                  </a:lnTo>
                  <a:lnTo>
                    <a:pt x="8541384" y="125742"/>
                  </a:lnTo>
                  <a:lnTo>
                    <a:pt x="8575736" y="157272"/>
                  </a:lnTo>
                  <a:lnTo>
                    <a:pt x="8607209" y="191651"/>
                  </a:lnTo>
                  <a:lnTo>
                    <a:pt x="8635643" y="228691"/>
                  </a:lnTo>
                  <a:lnTo>
                    <a:pt x="8660879" y="268198"/>
                  </a:lnTo>
                  <a:lnTo>
                    <a:pt x="8682585" y="309891"/>
                  </a:lnTo>
                  <a:lnTo>
                    <a:pt x="8700502" y="353092"/>
                  </a:lnTo>
                  <a:lnTo>
                    <a:pt x="8714560" y="397573"/>
                  </a:lnTo>
                  <a:lnTo>
                    <a:pt x="8724688" y="443103"/>
                  </a:lnTo>
                  <a:lnTo>
                    <a:pt x="8730817" y="489454"/>
                  </a:lnTo>
                  <a:lnTo>
                    <a:pt x="8732875" y="536397"/>
                  </a:lnTo>
                  <a:lnTo>
                    <a:pt x="8732875" y="2679471"/>
                  </a:lnTo>
                  <a:lnTo>
                    <a:pt x="8730818" y="2726289"/>
                  </a:lnTo>
                  <a:lnTo>
                    <a:pt x="8724701" y="2772596"/>
                  </a:lnTo>
                  <a:lnTo>
                    <a:pt x="8714605" y="2818122"/>
                  </a:lnTo>
                  <a:lnTo>
                    <a:pt x="8700608" y="2862596"/>
                  </a:lnTo>
                  <a:lnTo>
                    <a:pt x="8682791" y="2905751"/>
                  </a:lnTo>
                  <a:lnTo>
                    <a:pt x="8661234" y="2947314"/>
                  </a:lnTo>
                  <a:lnTo>
                    <a:pt x="8635978" y="2986949"/>
                  </a:lnTo>
                  <a:lnTo>
                    <a:pt x="8607491" y="3024024"/>
                  </a:lnTo>
                  <a:lnTo>
                    <a:pt x="8575963" y="3058379"/>
                  </a:lnTo>
                  <a:lnTo>
                    <a:pt x="8541584" y="3089852"/>
                  </a:lnTo>
                  <a:lnTo>
                    <a:pt x="8504544" y="3118285"/>
                  </a:lnTo>
                  <a:lnTo>
                    <a:pt x="8465032" y="3143516"/>
                  </a:lnTo>
                  <a:lnTo>
                    <a:pt x="8423344" y="3165223"/>
                  </a:lnTo>
                  <a:lnTo>
                    <a:pt x="8380143" y="3183140"/>
                  </a:lnTo>
                  <a:lnTo>
                    <a:pt x="8335662" y="3197198"/>
                  </a:lnTo>
                  <a:lnTo>
                    <a:pt x="8290130" y="3207326"/>
                  </a:lnTo>
                  <a:lnTo>
                    <a:pt x="8243777" y="3213454"/>
                  </a:lnTo>
                  <a:lnTo>
                    <a:pt x="8196833" y="3215513"/>
                  </a:lnTo>
                  <a:lnTo>
                    <a:pt x="536041" y="3215513"/>
                  </a:lnTo>
                  <a:lnTo>
                    <a:pt x="489223" y="3213456"/>
                  </a:lnTo>
                  <a:lnTo>
                    <a:pt x="442916" y="3207339"/>
                  </a:lnTo>
                  <a:lnTo>
                    <a:pt x="397390" y="3197242"/>
                  </a:lnTo>
                  <a:lnTo>
                    <a:pt x="352916" y="3183245"/>
                  </a:lnTo>
                  <a:lnTo>
                    <a:pt x="309761" y="3165428"/>
                  </a:lnTo>
                  <a:lnTo>
                    <a:pt x="268198" y="3143872"/>
                  </a:lnTo>
                  <a:lnTo>
                    <a:pt x="228563" y="3118616"/>
                  </a:lnTo>
                  <a:lnTo>
                    <a:pt x="191488" y="3090129"/>
                  </a:lnTo>
                  <a:lnTo>
                    <a:pt x="157133" y="3058602"/>
                  </a:lnTo>
                  <a:lnTo>
                    <a:pt x="125660" y="3024226"/>
                  </a:lnTo>
                  <a:lnTo>
                    <a:pt x="97227" y="2987189"/>
                  </a:lnTo>
                  <a:lnTo>
                    <a:pt x="71996" y="2947682"/>
                  </a:lnTo>
                  <a:lnTo>
                    <a:pt x="50289" y="2905988"/>
                  </a:lnTo>
                  <a:lnTo>
                    <a:pt x="32372" y="2862785"/>
                  </a:lnTo>
                  <a:lnTo>
                    <a:pt x="18314" y="2818301"/>
                  </a:lnTo>
                  <a:lnTo>
                    <a:pt x="8186" y="2772767"/>
                  </a:lnTo>
                  <a:lnTo>
                    <a:pt x="2058" y="2726414"/>
                  </a:lnTo>
                  <a:lnTo>
                    <a:pt x="0" y="2679471"/>
                  </a:lnTo>
                  <a:lnTo>
                    <a:pt x="355" y="536041"/>
                  </a:lnTo>
                  <a:close/>
                </a:path>
              </a:pathLst>
            </a:custGeom>
            <a:ln w="6479">
              <a:solidFill>
                <a:srgbClr val="3649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48614" y="2958388"/>
            <a:ext cx="30016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45" dirty="0">
                <a:solidFill>
                  <a:srgbClr val="FFFFFF"/>
                </a:solidFill>
                <a:latin typeface="Arial Black"/>
                <a:cs typeface="Arial Black"/>
              </a:rPr>
              <a:t>PYTHON</a:t>
            </a:r>
            <a:r>
              <a:rPr sz="15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35" dirty="0">
                <a:solidFill>
                  <a:srgbClr val="FFFFFF"/>
                </a:solidFill>
                <a:latin typeface="Arial Black"/>
                <a:cs typeface="Arial Black"/>
              </a:rPr>
              <a:t>LOGIC</a:t>
            </a:r>
            <a:r>
              <a:rPr sz="15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Arial Black"/>
                <a:cs typeface="Arial Black"/>
              </a:rPr>
              <a:t>IN</a:t>
            </a:r>
            <a:r>
              <a:rPr sz="15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200" dirty="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sz="1500" spc="-10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204" dirty="0">
                <a:solidFill>
                  <a:srgbClr val="FFFFFF"/>
                </a:solidFill>
                <a:latin typeface="Arial Black"/>
                <a:cs typeface="Arial Black"/>
              </a:rPr>
              <a:t>PROJECT</a:t>
            </a:r>
            <a:endParaRPr sz="15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48589" y="3483102"/>
            <a:ext cx="2247900" cy="1635125"/>
            <a:chOff x="6648589" y="3483102"/>
            <a:chExt cx="2247900" cy="1635125"/>
          </a:xfrm>
        </p:grpSpPr>
        <p:sp>
          <p:nvSpPr>
            <p:cNvPr id="17" name="object 17"/>
            <p:cNvSpPr/>
            <p:nvPr/>
          </p:nvSpPr>
          <p:spPr>
            <a:xfrm>
              <a:off x="6652082" y="3486594"/>
              <a:ext cx="2240915" cy="1628139"/>
            </a:xfrm>
            <a:custGeom>
              <a:avLst/>
              <a:gdLst/>
              <a:ahLst/>
              <a:cxnLst/>
              <a:rect l="l" t="t" r="r" b="b"/>
              <a:pathLst>
                <a:path w="2240915" h="1628139">
                  <a:moveTo>
                    <a:pt x="271792" y="0"/>
                  </a:moveTo>
                  <a:lnTo>
                    <a:pt x="201369" y="9274"/>
                  </a:lnTo>
                  <a:lnTo>
                    <a:pt x="136080" y="36360"/>
                  </a:lnTo>
                  <a:lnTo>
                    <a:pt x="79703" y="79794"/>
                  </a:lnTo>
                  <a:lnTo>
                    <a:pt x="36715" y="135724"/>
                  </a:lnTo>
                  <a:lnTo>
                    <a:pt x="9607" y="201380"/>
                  </a:lnTo>
                  <a:lnTo>
                    <a:pt x="355" y="271449"/>
                  </a:lnTo>
                  <a:lnTo>
                    <a:pt x="0" y="1356486"/>
                  </a:lnTo>
                  <a:lnTo>
                    <a:pt x="2326" y="1391920"/>
                  </a:lnTo>
                  <a:lnTo>
                    <a:pt x="2339" y="1392120"/>
                  </a:lnTo>
                  <a:lnTo>
                    <a:pt x="20586" y="1460216"/>
                  </a:lnTo>
                  <a:lnTo>
                    <a:pt x="56287" y="1521849"/>
                  </a:lnTo>
                  <a:lnTo>
                    <a:pt x="106268" y="1571835"/>
                  </a:lnTo>
                  <a:lnTo>
                    <a:pt x="167702" y="1607269"/>
                  </a:lnTo>
                  <a:lnTo>
                    <a:pt x="236003" y="1625584"/>
                  </a:lnTo>
                  <a:lnTo>
                    <a:pt x="271437" y="1627924"/>
                  </a:lnTo>
                  <a:lnTo>
                    <a:pt x="1969198" y="1627924"/>
                  </a:lnTo>
                  <a:lnTo>
                    <a:pt x="2039623" y="1618654"/>
                  </a:lnTo>
                  <a:lnTo>
                    <a:pt x="2104923" y="1591563"/>
                  </a:lnTo>
                  <a:lnTo>
                    <a:pt x="2161209" y="1548230"/>
                  </a:lnTo>
                  <a:lnTo>
                    <a:pt x="2204275" y="1492199"/>
                  </a:lnTo>
                  <a:lnTo>
                    <a:pt x="2231275" y="1426910"/>
                  </a:lnTo>
                  <a:lnTo>
                    <a:pt x="2231366" y="1426643"/>
                  </a:lnTo>
                  <a:lnTo>
                    <a:pt x="2238255" y="1392120"/>
                  </a:lnTo>
                  <a:lnTo>
                    <a:pt x="2238295" y="1391920"/>
                  </a:lnTo>
                  <a:lnTo>
                    <a:pt x="2240635" y="1356486"/>
                  </a:lnTo>
                  <a:lnTo>
                    <a:pt x="2240612" y="271449"/>
                  </a:lnTo>
                  <a:lnTo>
                    <a:pt x="2231366" y="201380"/>
                  </a:lnTo>
                  <a:lnTo>
                    <a:pt x="2204275" y="136080"/>
                  </a:lnTo>
                  <a:lnTo>
                    <a:pt x="2160943" y="79794"/>
                  </a:lnTo>
                  <a:lnTo>
                    <a:pt x="2104923" y="36728"/>
                  </a:lnTo>
                  <a:lnTo>
                    <a:pt x="2039356" y="9637"/>
                  </a:lnTo>
                  <a:lnTo>
                    <a:pt x="1969198" y="368"/>
                  </a:lnTo>
                  <a:lnTo>
                    <a:pt x="271792" y="0"/>
                  </a:lnTo>
                  <a:close/>
                </a:path>
              </a:pathLst>
            </a:custGeom>
            <a:solidFill>
              <a:srgbClr val="1E2C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2082" y="3486594"/>
              <a:ext cx="2240915" cy="1628139"/>
            </a:xfrm>
            <a:custGeom>
              <a:avLst/>
              <a:gdLst/>
              <a:ahLst/>
              <a:cxnLst/>
              <a:rect l="l" t="t" r="r" b="b"/>
              <a:pathLst>
                <a:path w="2240915" h="1628139">
                  <a:moveTo>
                    <a:pt x="355" y="271449"/>
                  </a:moveTo>
                  <a:lnTo>
                    <a:pt x="2695" y="236016"/>
                  </a:lnTo>
                  <a:lnTo>
                    <a:pt x="9625" y="201291"/>
                  </a:lnTo>
                  <a:lnTo>
                    <a:pt x="36715" y="135724"/>
                  </a:lnTo>
                  <a:lnTo>
                    <a:pt x="79782" y="79703"/>
                  </a:lnTo>
                  <a:lnTo>
                    <a:pt x="136080" y="36360"/>
                  </a:lnTo>
                  <a:lnTo>
                    <a:pt x="201369" y="9274"/>
                  </a:lnTo>
                  <a:lnTo>
                    <a:pt x="271792" y="0"/>
                  </a:lnTo>
                  <a:lnTo>
                    <a:pt x="1969198" y="368"/>
                  </a:lnTo>
                  <a:lnTo>
                    <a:pt x="2039356" y="9637"/>
                  </a:lnTo>
                  <a:lnTo>
                    <a:pt x="2104923" y="36728"/>
                  </a:lnTo>
                  <a:lnTo>
                    <a:pt x="2160943" y="79794"/>
                  </a:lnTo>
                  <a:lnTo>
                    <a:pt x="2204275" y="136080"/>
                  </a:lnTo>
                  <a:lnTo>
                    <a:pt x="2231366" y="201380"/>
                  </a:lnTo>
                  <a:lnTo>
                    <a:pt x="2240635" y="271805"/>
                  </a:lnTo>
                  <a:lnTo>
                    <a:pt x="2240635" y="1356486"/>
                  </a:lnTo>
                  <a:lnTo>
                    <a:pt x="2238295" y="1391920"/>
                  </a:lnTo>
                  <a:lnTo>
                    <a:pt x="2231366" y="1426643"/>
                  </a:lnTo>
                  <a:lnTo>
                    <a:pt x="2204275" y="1492199"/>
                  </a:lnTo>
                  <a:lnTo>
                    <a:pt x="2161209" y="1548230"/>
                  </a:lnTo>
                  <a:lnTo>
                    <a:pt x="2104923" y="1591563"/>
                  </a:lnTo>
                  <a:lnTo>
                    <a:pt x="2039623" y="1618654"/>
                  </a:lnTo>
                  <a:lnTo>
                    <a:pt x="1969198" y="1627924"/>
                  </a:lnTo>
                  <a:lnTo>
                    <a:pt x="271437" y="1627924"/>
                  </a:lnTo>
                  <a:lnTo>
                    <a:pt x="201279" y="1618654"/>
                  </a:lnTo>
                  <a:lnTo>
                    <a:pt x="135712" y="1591563"/>
                  </a:lnTo>
                  <a:lnTo>
                    <a:pt x="79692" y="1548496"/>
                  </a:lnTo>
                  <a:lnTo>
                    <a:pt x="36360" y="1492199"/>
                  </a:lnTo>
                  <a:lnTo>
                    <a:pt x="9269" y="1426910"/>
                  </a:lnTo>
                  <a:lnTo>
                    <a:pt x="0" y="1356486"/>
                  </a:lnTo>
                  <a:lnTo>
                    <a:pt x="355" y="271449"/>
                  </a:lnTo>
                  <a:close/>
                </a:path>
              </a:pathLst>
            </a:custGeom>
            <a:ln w="6479">
              <a:solidFill>
                <a:srgbClr val="F3AD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55459" y="4000589"/>
            <a:ext cx="1635760" cy="60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3AD3F"/>
                </a:solidFill>
                <a:latin typeface="Calibri"/>
                <a:cs typeface="Calibri"/>
              </a:rPr>
              <a:t>KEY</a:t>
            </a:r>
            <a:r>
              <a:rPr sz="1100" b="1" spc="-15" dirty="0">
                <a:solidFill>
                  <a:srgbClr val="F3AD3F"/>
                </a:solidFill>
                <a:latin typeface="Calibri"/>
                <a:cs typeface="Calibri"/>
              </a:rPr>
              <a:t> </a:t>
            </a:r>
            <a:r>
              <a:rPr sz="1100" b="1" spc="-20" dirty="0">
                <a:solidFill>
                  <a:srgbClr val="F3AD3F"/>
                </a:solidFill>
                <a:latin typeface="Calibri"/>
                <a:cs typeface="Calibri"/>
              </a:rPr>
              <a:t>IDEA</a:t>
            </a:r>
            <a:endParaRPr sz="11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800"/>
              </a:spcBef>
            </a:pP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0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FFFFFF"/>
                </a:solidFill>
                <a:latin typeface="Calibri"/>
                <a:cs typeface="Calibri"/>
              </a:rPr>
              <a:t>Decision</a:t>
            </a:r>
            <a:r>
              <a:rPr sz="1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00" b="1" spc="-50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000" b="1" spc="-10" dirty="0">
                <a:solidFill>
                  <a:srgbClr val="FFFFFF"/>
                </a:solidFill>
                <a:latin typeface="Calibri"/>
                <a:cs typeface="Calibri"/>
              </a:rPr>
              <a:t> Output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5663" y="3540861"/>
            <a:ext cx="58229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0" dirty="0">
                <a:solidFill>
                  <a:srgbClr val="2BB9AF"/>
                </a:solidFill>
                <a:latin typeface="Arial Black"/>
                <a:cs typeface="Arial Black"/>
              </a:rPr>
              <a:t>Variables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8574" y="3883215"/>
            <a:ext cx="110490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50" dirty="0">
                <a:solidFill>
                  <a:srgbClr val="2BB9AF"/>
                </a:solidFill>
                <a:latin typeface="Arial Black"/>
                <a:cs typeface="Arial Black"/>
              </a:rPr>
              <a:t>String </a:t>
            </a:r>
            <a:r>
              <a:rPr sz="950" spc="-35" dirty="0">
                <a:solidFill>
                  <a:srgbClr val="2BB9AF"/>
                </a:solidFill>
                <a:latin typeface="Arial Black"/>
                <a:cs typeface="Arial Black"/>
              </a:rPr>
              <a:t>Formatting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5663" y="4237456"/>
            <a:ext cx="4667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10" dirty="0">
                <a:solidFill>
                  <a:srgbClr val="2BB9AF"/>
                </a:solidFill>
                <a:latin typeface="Arial Black"/>
                <a:cs typeface="Arial Black"/>
              </a:rPr>
              <a:t>If</a:t>
            </a:r>
            <a:r>
              <a:rPr sz="950" spc="-75" dirty="0">
                <a:solidFill>
                  <a:srgbClr val="2BB9AF"/>
                </a:solidFill>
                <a:latin typeface="Arial Black"/>
                <a:cs typeface="Arial Black"/>
              </a:rPr>
              <a:t> </a:t>
            </a:r>
            <a:r>
              <a:rPr sz="950" spc="125" dirty="0">
                <a:solidFill>
                  <a:srgbClr val="2BB9AF"/>
                </a:solidFill>
                <a:latin typeface="Arial Black"/>
                <a:cs typeface="Arial Black"/>
              </a:rPr>
              <a:t>/</a:t>
            </a:r>
            <a:r>
              <a:rPr sz="950" spc="-75" dirty="0">
                <a:solidFill>
                  <a:srgbClr val="2BB9AF"/>
                </a:solidFill>
                <a:latin typeface="Arial Black"/>
                <a:cs typeface="Arial Black"/>
              </a:rPr>
              <a:t> </a:t>
            </a:r>
            <a:r>
              <a:rPr sz="950" spc="-80" dirty="0">
                <a:solidFill>
                  <a:srgbClr val="2BB9AF"/>
                </a:solidFill>
                <a:latin typeface="Arial Black"/>
                <a:cs typeface="Arial Black"/>
              </a:rPr>
              <a:t>Else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5985" y="4602137"/>
            <a:ext cx="37846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5" dirty="0">
                <a:solidFill>
                  <a:srgbClr val="2BB9AF"/>
                </a:solidFill>
                <a:latin typeface="Arial Black"/>
                <a:cs typeface="Arial Black"/>
              </a:rPr>
              <a:t>Loops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6976" y="5010022"/>
            <a:ext cx="61341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-60" dirty="0">
                <a:solidFill>
                  <a:srgbClr val="2BB9AF"/>
                </a:solidFill>
                <a:latin typeface="Arial Black"/>
                <a:cs typeface="Arial Black"/>
              </a:rPr>
              <a:t>Functions</a:t>
            </a:r>
            <a:endParaRPr sz="95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23136" y="3522865"/>
            <a:ext cx="207835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Store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each</a:t>
            </a:r>
            <a:r>
              <a:rPr sz="950" spc="5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word</a:t>
            </a:r>
            <a:r>
              <a:rPr sz="950" spc="6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entered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by</a:t>
            </a:r>
            <a:r>
              <a:rPr sz="950" spc="5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the</a:t>
            </a:r>
            <a:r>
              <a:rPr sz="950" spc="6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D9E5EF"/>
                </a:solidFill>
                <a:latin typeface="Tahoma"/>
                <a:cs typeface="Tahoma"/>
              </a:rPr>
              <a:t>user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23136" y="3892575"/>
            <a:ext cx="2259330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Combine</a:t>
            </a:r>
            <a:r>
              <a:rPr sz="950" spc="4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words</a:t>
            </a:r>
            <a:r>
              <a:rPr sz="950" spc="5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with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the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story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D9E5EF"/>
                </a:solidFill>
                <a:latin typeface="Tahoma"/>
                <a:cs typeface="Tahoma"/>
              </a:rPr>
              <a:t>template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23136" y="4263745"/>
            <a:ext cx="2513330" cy="47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Validate</a:t>
            </a:r>
            <a:r>
              <a:rPr sz="950" spc="10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choices</a:t>
            </a:r>
            <a:r>
              <a:rPr sz="950" spc="10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and</a:t>
            </a:r>
            <a:r>
              <a:rPr sz="950" spc="10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handle</a:t>
            </a:r>
            <a:r>
              <a:rPr sz="950" spc="11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10" dirty="0">
                <a:solidFill>
                  <a:srgbClr val="D9E5EF"/>
                </a:solidFill>
                <a:latin typeface="Tahoma"/>
                <a:cs typeface="Tahoma"/>
              </a:rPr>
              <a:t>play-again</a:t>
            </a:r>
            <a:r>
              <a:rPr sz="950" spc="10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-20" dirty="0">
                <a:solidFill>
                  <a:srgbClr val="D9E5EF"/>
                </a:solidFill>
                <a:latin typeface="Tahoma"/>
                <a:cs typeface="Tahoma"/>
              </a:rPr>
              <a:t>logic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Allow</a:t>
            </a:r>
            <a:r>
              <a:rPr sz="950" spc="4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multiple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rounds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of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story</a:t>
            </a:r>
            <a:r>
              <a:rPr sz="950" spc="5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D9E5EF"/>
                </a:solidFill>
                <a:latin typeface="Tahoma"/>
                <a:cs typeface="Tahoma"/>
              </a:rPr>
              <a:t>generation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3136" y="4979060"/>
            <a:ext cx="253174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Separate</a:t>
            </a:r>
            <a:r>
              <a:rPr sz="950" spc="4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input,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story</a:t>
            </a:r>
            <a:r>
              <a:rPr sz="950" spc="5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generation</a:t>
            </a:r>
            <a:r>
              <a:rPr sz="950" spc="55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20" dirty="0">
                <a:solidFill>
                  <a:srgbClr val="D9E5EF"/>
                </a:solidFill>
                <a:latin typeface="Tahoma"/>
                <a:cs typeface="Tahoma"/>
              </a:rPr>
              <a:t>and</a:t>
            </a:r>
            <a:r>
              <a:rPr sz="950" spc="40" dirty="0">
                <a:solidFill>
                  <a:srgbClr val="D9E5EF"/>
                </a:solidFill>
                <a:latin typeface="Tahoma"/>
                <a:cs typeface="Tahoma"/>
              </a:rPr>
              <a:t> </a:t>
            </a:r>
            <a:r>
              <a:rPr sz="950" spc="-10" dirty="0">
                <a:solidFill>
                  <a:srgbClr val="D9E5EF"/>
                </a:solidFill>
                <a:latin typeface="Tahoma"/>
                <a:cs typeface="Tahoma"/>
              </a:rPr>
              <a:t>display</a:t>
            </a:r>
            <a:endParaRPr sz="95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20040" y="973074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25" y="6438"/>
                </a:lnTo>
                <a:lnTo>
                  <a:pt x="96126" y="25565"/>
                </a:lnTo>
                <a:lnTo>
                  <a:pt x="56249" y="56076"/>
                </a:lnTo>
                <a:lnTo>
                  <a:pt x="25565" y="95770"/>
                </a:lnTo>
                <a:lnTo>
                  <a:pt x="6572" y="142074"/>
                </a:lnTo>
                <a:lnTo>
                  <a:pt x="0" y="191884"/>
                </a:lnTo>
                <a:lnTo>
                  <a:pt x="1665" y="217082"/>
                </a:lnTo>
                <a:lnTo>
                  <a:pt x="14583" y="265448"/>
                </a:lnTo>
                <a:lnTo>
                  <a:pt x="39624" y="308900"/>
                </a:lnTo>
                <a:lnTo>
                  <a:pt x="75173" y="344199"/>
                </a:lnTo>
                <a:lnTo>
                  <a:pt x="118686" y="369390"/>
                </a:lnTo>
                <a:lnTo>
                  <a:pt x="167044" y="382452"/>
                </a:lnTo>
                <a:lnTo>
                  <a:pt x="192239" y="384124"/>
                </a:lnTo>
                <a:lnTo>
                  <a:pt x="217224" y="382452"/>
                </a:lnTo>
                <a:lnTo>
                  <a:pt x="265441" y="369390"/>
                </a:lnTo>
                <a:lnTo>
                  <a:pt x="308945" y="344199"/>
                </a:lnTo>
                <a:lnTo>
                  <a:pt x="344497" y="308900"/>
                </a:lnTo>
                <a:lnTo>
                  <a:pt x="369540" y="265448"/>
                </a:lnTo>
                <a:lnTo>
                  <a:pt x="382458" y="217082"/>
                </a:lnTo>
                <a:lnTo>
                  <a:pt x="384124" y="191884"/>
                </a:lnTo>
                <a:lnTo>
                  <a:pt x="382458" y="166693"/>
                </a:lnTo>
                <a:lnTo>
                  <a:pt x="369540" y="118332"/>
                </a:lnTo>
                <a:lnTo>
                  <a:pt x="344497" y="74878"/>
                </a:lnTo>
                <a:lnTo>
                  <a:pt x="308945" y="39570"/>
                </a:lnTo>
                <a:lnTo>
                  <a:pt x="265441" y="14433"/>
                </a:lnTo>
                <a:lnTo>
                  <a:pt x="217224" y="1615"/>
                </a:lnTo>
                <a:lnTo>
                  <a:pt x="192239" y="0"/>
                </a:lnTo>
                <a:close/>
              </a:path>
            </a:pathLst>
          </a:custGeom>
          <a:solidFill>
            <a:srgbClr val="2BB9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73303" y="1030579"/>
            <a:ext cx="77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11805" y="906119"/>
            <a:ext cx="2736215" cy="501650"/>
            <a:chOff x="2611805" y="906119"/>
            <a:chExt cx="2736215" cy="501650"/>
          </a:xfrm>
        </p:grpSpPr>
        <p:sp>
          <p:nvSpPr>
            <p:cNvPr id="32" name="object 32"/>
            <p:cNvSpPr/>
            <p:nvPr/>
          </p:nvSpPr>
          <p:spPr>
            <a:xfrm>
              <a:off x="2611805" y="1023480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4"/>
                  </a:lnTo>
                  <a:lnTo>
                    <a:pt x="96113" y="25565"/>
                  </a:lnTo>
                  <a:lnTo>
                    <a:pt x="56241" y="56070"/>
                  </a:lnTo>
                  <a:lnTo>
                    <a:pt x="25552" y="95758"/>
                  </a:lnTo>
                  <a:lnTo>
                    <a:pt x="6565" y="142063"/>
                  </a:lnTo>
                  <a:lnTo>
                    <a:pt x="0" y="191884"/>
                  </a:lnTo>
                  <a:lnTo>
                    <a:pt x="1663" y="217074"/>
                  </a:lnTo>
                  <a:lnTo>
                    <a:pt x="14573" y="265436"/>
                  </a:lnTo>
                  <a:lnTo>
                    <a:pt x="39613" y="308888"/>
                  </a:lnTo>
                  <a:lnTo>
                    <a:pt x="75165" y="344192"/>
                  </a:lnTo>
                  <a:lnTo>
                    <a:pt x="118675" y="369390"/>
                  </a:lnTo>
                  <a:lnTo>
                    <a:pt x="167042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3" y="344192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74"/>
                  </a:lnTo>
                  <a:lnTo>
                    <a:pt x="384111" y="191884"/>
                  </a:lnTo>
                  <a:lnTo>
                    <a:pt x="382447" y="166686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4B88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63325" y="90611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19" y="6434"/>
                  </a:lnTo>
                  <a:lnTo>
                    <a:pt x="96113" y="25565"/>
                  </a:lnTo>
                  <a:lnTo>
                    <a:pt x="56241" y="56070"/>
                  </a:lnTo>
                  <a:lnTo>
                    <a:pt x="25552" y="95757"/>
                  </a:lnTo>
                  <a:lnTo>
                    <a:pt x="6565" y="142063"/>
                  </a:lnTo>
                  <a:lnTo>
                    <a:pt x="0" y="191884"/>
                  </a:lnTo>
                  <a:lnTo>
                    <a:pt x="1663" y="217074"/>
                  </a:lnTo>
                  <a:lnTo>
                    <a:pt x="14573" y="265436"/>
                  </a:lnTo>
                  <a:lnTo>
                    <a:pt x="39613" y="308888"/>
                  </a:lnTo>
                  <a:lnTo>
                    <a:pt x="75165" y="344192"/>
                  </a:lnTo>
                  <a:lnTo>
                    <a:pt x="118675" y="369390"/>
                  </a:lnTo>
                  <a:lnTo>
                    <a:pt x="167042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3" y="344192"/>
                  </a:lnTo>
                  <a:lnTo>
                    <a:pt x="344492" y="308888"/>
                  </a:lnTo>
                  <a:lnTo>
                    <a:pt x="369538" y="265436"/>
                  </a:lnTo>
                  <a:lnTo>
                    <a:pt x="382447" y="217074"/>
                  </a:lnTo>
                  <a:lnTo>
                    <a:pt x="384111" y="191884"/>
                  </a:lnTo>
                  <a:lnTo>
                    <a:pt x="382447" y="166686"/>
                  </a:lnTo>
                  <a:lnTo>
                    <a:pt x="369538" y="118319"/>
                  </a:lnTo>
                  <a:lnTo>
                    <a:pt x="344492" y="74867"/>
                  </a:lnTo>
                  <a:lnTo>
                    <a:pt x="308943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F3AD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116944" y="963612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65056" y="1085291"/>
            <a:ext cx="2428875" cy="26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40"/>
              </a:lnSpc>
              <a:spcBef>
                <a:spcPts val="100"/>
              </a:spcBef>
              <a:tabLst>
                <a:tab pos="2364105" algn="l"/>
              </a:tabLst>
            </a:pPr>
            <a:r>
              <a:rPr sz="1200" b="1" spc="-75" baseline="3472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1200" b="1" baseline="3472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ts val="94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067156" y="882357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192239" y="0"/>
                </a:moveTo>
                <a:lnTo>
                  <a:pt x="142430" y="6434"/>
                </a:lnTo>
                <a:lnTo>
                  <a:pt x="96126" y="25565"/>
                </a:lnTo>
                <a:lnTo>
                  <a:pt x="56254" y="56070"/>
                </a:lnTo>
                <a:lnTo>
                  <a:pt x="25565" y="95758"/>
                </a:lnTo>
                <a:lnTo>
                  <a:pt x="6572" y="142063"/>
                </a:lnTo>
                <a:lnTo>
                  <a:pt x="0" y="191884"/>
                </a:lnTo>
                <a:lnTo>
                  <a:pt x="1665" y="217074"/>
                </a:lnTo>
                <a:lnTo>
                  <a:pt x="14583" y="265436"/>
                </a:lnTo>
                <a:lnTo>
                  <a:pt x="39626" y="308890"/>
                </a:lnTo>
                <a:lnTo>
                  <a:pt x="75178" y="344197"/>
                </a:lnTo>
                <a:lnTo>
                  <a:pt x="118687" y="369390"/>
                </a:lnTo>
                <a:lnTo>
                  <a:pt x="167049" y="382452"/>
                </a:lnTo>
                <a:lnTo>
                  <a:pt x="192239" y="384124"/>
                </a:lnTo>
                <a:lnTo>
                  <a:pt x="217230" y="382452"/>
                </a:lnTo>
                <a:lnTo>
                  <a:pt x="265443" y="369390"/>
                </a:lnTo>
                <a:lnTo>
                  <a:pt x="308951" y="344197"/>
                </a:lnTo>
                <a:lnTo>
                  <a:pt x="344499" y="308890"/>
                </a:lnTo>
                <a:lnTo>
                  <a:pt x="369540" y="265436"/>
                </a:lnTo>
                <a:lnTo>
                  <a:pt x="382458" y="217074"/>
                </a:lnTo>
                <a:lnTo>
                  <a:pt x="384124" y="191884"/>
                </a:lnTo>
                <a:lnTo>
                  <a:pt x="382458" y="166686"/>
                </a:lnTo>
                <a:lnTo>
                  <a:pt x="369540" y="118319"/>
                </a:lnTo>
                <a:lnTo>
                  <a:pt x="344499" y="74867"/>
                </a:lnTo>
                <a:lnTo>
                  <a:pt x="308951" y="39568"/>
                </a:lnTo>
                <a:lnTo>
                  <a:pt x="265443" y="14428"/>
                </a:lnTo>
                <a:lnTo>
                  <a:pt x="217230" y="1613"/>
                </a:lnTo>
                <a:lnTo>
                  <a:pt x="192239" y="0"/>
                </a:lnTo>
                <a:close/>
              </a:path>
            </a:pathLst>
          </a:custGeom>
          <a:solidFill>
            <a:srgbClr val="6F48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220419" y="939850"/>
            <a:ext cx="77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00" b="1" spc="-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2977" y="1019784"/>
            <a:ext cx="5473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85" dirty="0">
                <a:solidFill>
                  <a:srgbClr val="2BB9AF"/>
                </a:solidFill>
                <a:latin typeface="Arial Black"/>
                <a:cs typeface="Arial Black"/>
              </a:rPr>
              <a:t>INPUT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262223" y="1092860"/>
            <a:ext cx="74739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70" dirty="0">
                <a:solidFill>
                  <a:srgbClr val="4B88D1"/>
                </a:solidFill>
                <a:latin typeface="Arial Black"/>
                <a:cs typeface="Arial Black"/>
              </a:rPr>
              <a:t>PROCESS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04014" y="1001420"/>
            <a:ext cx="5346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5" dirty="0">
                <a:solidFill>
                  <a:srgbClr val="F3AD3F"/>
                </a:solidFill>
                <a:latin typeface="Arial Black"/>
                <a:cs typeface="Arial Black"/>
              </a:rPr>
              <a:t>LOGIC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66825" y="946340"/>
            <a:ext cx="70040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25" dirty="0">
                <a:solidFill>
                  <a:srgbClr val="6F48BD"/>
                </a:solidFill>
                <a:latin typeface="Arial Black"/>
                <a:cs typeface="Arial Black"/>
              </a:rPr>
              <a:t>OUTPUT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6575" y="1434871"/>
            <a:ext cx="14585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25" dirty="0">
                <a:solidFill>
                  <a:srgbClr val="EDF4F9"/>
                </a:solidFill>
                <a:latin typeface="Arial Black"/>
                <a:cs typeface="Arial Black"/>
              </a:rPr>
              <a:t>Take</a:t>
            </a:r>
            <a:r>
              <a:rPr sz="1100" spc="-60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75" dirty="0">
                <a:solidFill>
                  <a:srgbClr val="EDF4F9"/>
                </a:solidFill>
                <a:latin typeface="Arial Black"/>
                <a:cs typeface="Arial Black"/>
              </a:rPr>
              <a:t>words</a:t>
            </a:r>
            <a:r>
              <a:rPr sz="1100" spc="-5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30" dirty="0">
                <a:solidFill>
                  <a:srgbClr val="EDF4F9"/>
                </a:solidFill>
                <a:latin typeface="Arial Black"/>
                <a:cs typeface="Arial Black"/>
              </a:rPr>
              <a:t>from</a:t>
            </a:r>
            <a:r>
              <a:rPr sz="1100" spc="-5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EDF4F9"/>
                </a:solidFill>
                <a:latin typeface="Arial Black"/>
                <a:cs typeface="Arial Black"/>
              </a:rPr>
              <a:t>the </a:t>
            </a:r>
            <a:r>
              <a:rPr sz="1100" spc="-20" dirty="0">
                <a:solidFill>
                  <a:srgbClr val="EDF4F9"/>
                </a:solidFill>
                <a:latin typeface="Arial Black"/>
                <a:cs typeface="Arial Black"/>
              </a:rPr>
              <a:t>user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25813" y="1474469"/>
            <a:ext cx="161099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80" dirty="0">
                <a:solidFill>
                  <a:srgbClr val="EDF4F9"/>
                </a:solidFill>
                <a:latin typeface="Arial Black"/>
                <a:cs typeface="Arial Black"/>
              </a:rPr>
              <a:t>Store</a:t>
            </a:r>
            <a:r>
              <a:rPr sz="1100" spc="-5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50" dirty="0">
                <a:solidFill>
                  <a:srgbClr val="EDF4F9"/>
                </a:solidFill>
                <a:latin typeface="Arial Black"/>
                <a:cs typeface="Arial Black"/>
              </a:rPr>
              <a:t>and </a:t>
            </a:r>
            <a:r>
              <a:rPr sz="1100" spc="-55" dirty="0">
                <a:solidFill>
                  <a:srgbClr val="EDF4F9"/>
                </a:solidFill>
                <a:latin typeface="Arial Black"/>
                <a:cs typeface="Arial Black"/>
              </a:rPr>
              <a:t>organize</a:t>
            </a:r>
            <a:r>
              <a:rPr sz="1100" spc="-50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EDF4F9"/>
                </a:solidFill>
                <a:latin typeface="Arial Black"/>
                <a:cs typeface="Arial Black"/>
              </a:rPr>
              <a:t>the </a:t>
            </a:r>
            <a:r>
              <a:rPr sz="1100" spc="-10" dirty="0">
                <a:solidFill>
                  <a:srgbClr val="EDF4F9"/>
                </a:solidFill>
                <a:latin typeface="Arial Black"/>
                <a:cs typeface="Arial Black"/>
              </a:rPr>
              <a:t>inputs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60146" y="1317142"/>
            <a:ext cx="15074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70" dirty="0">
                <a:solidFill>
                  <a:srgbClr val="EDF4F9"/>
                </a:solidFill>
                <a:latin typeface="Arial Black"/>
                <a:cs typeface="Arial Black"/>
              </a:rPr>
              <a:t>Generate</a:t>
            </a:r>
            <a:r>
              <a:rPr sz="1100" spc="-5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50" dirty="0">
                <a:solidFill>
                  <a:srgbClr val="EDF4F9"/>
                </a:solidFill>
                <a:latin typeface="Arial Black"/>
                <a:cs typeface="Arial Black"/>
              </a:rPr>
              <a:t>and</a:t>
            </a:r>
            <a:r>
              <a:rPr sz="1100" spc="-5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60" dirty="0">
                <a:solidFill>
                  <a:srgbClr val="EDF4F9"/>
                </a:solidFill>
                <a:latin typeface="Arial Black"/>
                <a:cs typeface="Arial Black"/>
              </a:rPr>
              <a:t>display </a:t>
            </a:r>
            <a:r>
              <a:rPr sz="1100" spc="-45" dirty="0">
                <a:solidFill>
                  <a:srgbClr val="EDF4F9"/>
                </a:solidFill>
                <a:latin typeface="Arial Black"/>
                <a:cs typeface="Arial Black"/>
              </a:rPr>
              <a:t>the</a:t>
            </a:r>
            <a:r>
              <a:rPr sz="1100" spc="-6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10" dirty="0">
                <a:solidFill>
                  <a:srgbClr val="EDF4F9"/>
                </a:solidFill>
                <a:latin typeface="Arial Black"/>
                <a:cs typeface="Arial Black"/>
              </a:rPr>
              <a:t>story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6018" y="1962264"/>
            <a:ext cx="152781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noun</a:t>
            </a:r>
            <a:r>
              <a:rPr sz="850" spc="3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3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verb</a:t>
            </a:r>
            <a:r>
              <a:rPr sz="850" spc="3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3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adjective</a:t>
            </a:r>
            <a:r>
              <a:rPr sz="850" spc="3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3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20" dirty="0">
                <a:solidFill>
                  <a:srgbClr val="9FB3CC"/>
                </a:solidFill>
                <a:latin typeface="Tahoma"/>
                <a:cs typeface="Tahoma"/>
              </a:rPr>
              <a:t>place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87535" y="2018055"/>
            <a:ext cx="122174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variables</a:t>
            </a:r>
            <a:r>
              <a:rPr sz="850" spc="3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4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lists</a:t>
            </a:r>
            <a:r>
              <a:rPr sz="850" spc="3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4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9FB3CC"/>
                </a:solidFill>
                <a:latin typeface="Tahoma"/>
                <a:cs typeface="Tahoma"/>
              </a:rPr>
              <a:t>strings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09223" y="1401749"/>
            <a:ext cx="1642110" cy="6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6545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EDF4F9"/>
                </a:solidFill>
                <a:latin typeface="Arial Black"/>
                <a:cs typeface="Arial Black"/>
              </a:rPr>
              <a:t>Insert</a:t>
            </a:r>
            <a:r>
              <a:rPr sz="1100" spc="-6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75" dirty="0">
                <a:solidFill>
                  <a:srgbClr val="EDF4F9"/>
                </a:solidFill>
                <a:latin typeface="Arial Black"/>
                <a:cs typeface="Arial Black"/>
              </a:rPr>
              <a:t>words</a:t>
            </a:r>
            <a:r>
              <a:rPr sz="1100" spc="-60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EDF4F9"/>
                </a:solidFill>
                <a:latin typeface="Arial Black"/>
                <a:cs typeface="Arial Black"/>
              </a:rPr>
              <a:t>into</a:t>
            </a:r>
            <a:r>
              <a:rPr sz="1100" spc="-65" dirty="0">
                <a:solidFill>
                  <a:srgbClr val="EDF4F9"/>
                </a:solidFill>
                <a:latin typeface="Arial Black"/>
                <a:cs typeface="Arial Black"/>
              </a:rPr>
              <a:t> </a:t>
            </a:r>
            <a:r>
              <a:rPr sz="1100" spc="-50" dirty="0">
                <a:solidFill>
                  <a:srgbClr val="EDF4F9"/>
                </a:solidFill>
                <a:latin typeface="Arial Black"/>
                <a:cs typeface="Arial Black"/>
              </a:rPr>
              <a:t>a </a:t>
            </a:r>
            <a:r>
              <a:rPr sz="1100" spc="-10" dirty="0">
                <a:solidFill>
                  <a:srgbClr val="EDF4F9"/>
                </a:solidFill>
                <a:latin typeface="Arial Black"/>
                <a:cs typeface="Arial Black"/>
              </a:rPr>
              <a:t>template</a:t>
            </a:r>
            <a:endParaRPr sz="1100">
              <a:latin typeface="Arial Black"/>
              <a:cs typeface="Arial Black"/>
            </a:endParaRPr>
          </a:p>
          <a:p>
            <a:pPr marL="155575">
              <a:lnSpc>
                <a:spcPct val="100000"/>
              </a:lnSpc>
              <a:spcBef>
                <a:spcPts val="1390"/>
              </a:spcBef>
            </a:pP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conditions</a:t>
            </a:r>
            <a:r>
              <a:rPr sz="850" spc="8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9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loops</a:t>
            </a:r>
            <a:r>
              <a:rPr sz="850" spc="8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9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9FB3CC"/>
                </a:solidFill>
                <a:latin typeface="Tahoma"/>
                <a:cs typeface="Tahoma"/>
              </a:rPr>
              <a:t>functions</a:t>
            </a:r>
            <a:endParaRPr sz="85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61377" y="1833384"/>
            <a:ext cx="157416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formatted</a:t>
            </a:r>
            <a:r>
              <a:rPr sz="850" spc="8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text</a:t>
            </a:r>
            <a:r>
              <a:rPr sz="850" spc="8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75" dirty="0">
                <a:solidFill>
                  <a:srgbClr val="9FB3CC"/>
                </a:solidFill>
                <a:latin typeface="Tahoma"/>
                <a:cs typeface="Tahoma"/>
              </a:rPr>
              <a:t>•</a:t>
            </a:r>
            <a:r>
              <a:rPr sz="850" spc="80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dirty="0">
                <a:solidFill>
                  <a:srgbClr val="9FB3CC"/>
                </a:solidFill>
                <a:latin typeface="Tahoma"/>
                <a:cs typeface="Tahoma"/>
              </a:rPr>
              <a:t>user</a:t>
            </a:r>
            <a:r>
              <a:rPr sz="850" spc="85" dirty="0">
                <a:solidFill>
                  <a:srgbClr val="9FB3CC"/>
                </a:solidFill>
                <a:latin typeface="Tahoma"/>
                <a:cs typeface="Tahoma"/>
              </a:rPr>
              <a:t> </a:t>
            </a:r>
            <a:r>
              <a:rPr sz="850" spc="-10" dirty="0">
                <a:solidFill>
                  <a:srgbClr val="9FB3CC"/>
                </a:solidFill>
                <a:latin typeface="Tahoma"/>
                <a:cs typeface="Tahoma"/>
              </a:rPr>
              <a:t>feedback</a:t>
            </a:r>
            <a:endParaRPr sz="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804" y="6354724"/>
            <a:ext cx="8869680" cy="365760"/>
          </a:xfrm>
          <a:custGeom>
            <a:avLst/>
            <a:gdLst/>
            <a:ahLst/>
            <a:cxnLst/>
            <a:rect l="l" t="t" r="r" b="b"/>
            <a:pathLst>
              <a:path w="8869680" h="365759">
                <a:moveTo>
                  <a:pt x="8869311" y="0"/>
                </a:moveTo>
                <a:lnTo>
                  <a:pt x="0" y="0"/>
                </a:lnTo>
                <a:lnTo>
                  <a:pt x="0" y="365391"/>
                </a:lnTo>
                <a:lnTo>
                  <a:pt x="4434840" y="365391"/>
                </a:lnTo>
                <a:lnTo>
                  <a:pt x="8869311" y="365391"/>
                </a:lnTo>
                <a:lnTo>
                  <a:pt x="8869311" y="0"/>
                </a:lnTo>
                <a:close/>
              </a:path>
            </a:pathLst>
          </a:custGeom>
          <a:solidFill>
            <a:srgbClr val="8EAC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GitHub</a:t>
            </a:r>
            <a:r>
              <a:rPr spc="-30" dirty="0"/>
              <a:t> </a:t>
            </a:r>
            <a:r>
              <a:rPr spc="-20" dirty="0"/>
              <a:t>Workflow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8284" y="1051204"/>
            <a:ext cx="8046720" cy="2377440"/>
            <a:chOff x="548284" y="1051204"/>
            <a:chExt cx="8046720" cy="2377440"/>
          </a:xfrm>
        </p:grpSpPr>
        <p:sp>
          <p:nvSpPr>
            <p:cNvPr id="5" name="object 5"/>
            <p:cNvSpPr/>
            <p:nvPr/>
          </p:nvSpPr>
          <p:spPr>
            <a:xfrm>
              <a:off x="548284" y="1051204"/>
              <a:ext cx="8046720" cy="2377440"/>
            </a:xfrm>
            <a:custGeom>
              <a:avLst/>
              <a:gdLst/>
              <a:ahLst/>
              <a:cxnLst/>
              <a:rect l="l" t="t" r="r" b="b"/>
              <a:pathLst>
                <a:path w="8046720" h="2377440">
                  <a:moveTo>
                    <a:pt x="8046351" y="0"/>
                  </a:moveTo>
                  <a:lnTo>
                    <a:pt x="0" y="0"/>
                  </a:lnTo>
                  <a:lnTo>
                    <a:pt x="0" y="2377071"/>
                  </a:lnTo>
                  <a:lnTo>
                    <a:pt x="4023359" y="2377071"/>
                  </a:lnTo>
                  <a:lnTo>
                    <a:pt x="8046351" y="2377071"/>
                  </a:lnTo>
                  <a:lnTo>
                    <a:pt x="8046351" y="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284" y="1051204"/>
              <a:ext cx="8046720" cy="2377440"/>
            </a:xfrm>
            <a:custGeom>
              <a:avLst/>
              <a:gdLst/>
              <a:ahLst/>
              <a:cxnLst/>
              <a:rect l="l" t="t" r="r" b="b"/>
              <a:pathLst>
                <a:path w="8046720" h="2377440">
                  <a:moveTo>
                    <a:pt x="4023359" y="2377071"/>
                  </a:moveTo>
                  <a:lnTo>
                    <a:pt x="0" y="2377071"/>
                  </a:lnTo>
                  <a:lnTo>
                    <a:pt x="0" y="0"/>
                  </a:lnTo>
                  <a:lnTo>
                    <a:pt x="8046351" y="0"/>
                  </a:lnTo>
                  <a:lnTo>
                    <a:pt x="8046351" y="2377071"/>
                  </a:lnTo>
                  <a:lnTo>
                    <a:pt x="4023359" y="2377071"/>
                  </a:lnTo>
                  <a:close/>
                </a:path>
              </a:pathLst>
            </a:custGeom>
            <a:ln w="3175">
              <a:solidFill>
                <a:srgbClr val="C459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48284" y="1009345"/>
            <a:ext cx="76200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sz="1400" spc="-5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362" y="1038504"/>
            <a:ext cx="5144770" cy="133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Created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GitHub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account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repository: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libs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generator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R="502920">
              <a:lnSpc>
                <a:spcPct val="171400"/>
              </a:lnSpc>
            </a:pPr>
            <a:r>
              <a:rPr sz="1400" dirty="0">
                <a:latin typeface="Calibri"/>
                <a:cs typeface="Calibri"/>
              </a:rPr>
              <a:t>Added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README.md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explaining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overview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usage Maintained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commit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history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reflect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individual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contribution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.gitignore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exclude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unnecessary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144" y="3713302"/>
            <a:ext cx="208978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EC7C30"/>
                </a:solidFill>
                <a:latin typeface="Calibri"/>
                <a:cs typeface="Calibri"/>
              </a:rPr>
              <a:t>Sample</a:t>
            </a:r>
            <a:r>
              <a:rPr sz="1500" b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EC7C30"/>
                </a:solidFill>
                <a:latin typeface="Calibri"/>
                <a:cs typeface="Calibri"/>
              </a:rPr>
              <a:t>Commit</a:t>
            </a:r>
            <a:r>
              <a:rPr sz="1500" b="1" spc="-4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EC7C30"/>
                </a:solidFill>
                <a:latin typeface="Calibri"/>
                <a:cs typeface="Calibri"/>
              </a:rPr>
              <a:t>Messages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1796" y="4064044"/>
            <a:ext cx="8239759" cy="2159000"/>
            <a:chOff x="451796" y="4064044"/>
            <a:chExt cx="8239759" cy="2159000"/>
          </a:xfrm>
        </p:grpSpPr>
        <p:sp>
          <p:nvSpPr>
            <p:cNvPr id="11" name="object 11"/>
            <p:cNvSpPr/>
            <p:nvPr/>
          </p:nvSpPr>
          <p:spPr>
            <a:xfrm>
              <a:off x="456476" y="4068724"/>
              <a:ext cx="8230234" cy="2149475"/>
            </a:xfrm>
            <a:custGeom>
              <a:avLst/>
              <a:gdLst/>
              <a:ahLst/>
              <a:cxnLst/>
              <a:rect l="l" t="t" r="r" b="b"/>
              <a:pathLst>
                <a:path w="8230234" h="2149475">
                  <a:moveTo>
                    <a:pt x="63360" y="0"/>
                  </a:moveTo>
                  <a:lnTo>
                    <a:pt x="24947" y="13146"/>
                  </a:lnTo>
                  <a:lnTo>
                    <a:pt x="2479" y="46661"/>
                  </a:lnTo>
                  <a:lnTo>
                    <a:pt x="0" y="2086190"/>
                  </a:lnTo>
                  <a:lnTo>
                    <a:pt x="540" y="2094485"/>
                  </a:lnTo>
                  <a:lnTo>
                    <a:pt x="13053" y="2124459"/>
                  </a:lnTo>
                  <a:lnTo>
                    <a:pt x="13157" y="2124614"/>
                  </a:lnTo>
                  <a:lnTo>
                    <a:pt x="46669" y="2147079"/>
                  </a:lnTo>
                  <a:lnTo>
                    <a:pt x="63004" y="2149195"/>
                  </a:lnTo>
                  <a:lnTo>
                    <a:pt x="8166963" y="2149195"/>
                  </a:lnTo>
                  <a:lnTo>
                    <a:pt x="8205387" y="2136043"/>
                  </a:lnTo>
                  <a:lnTo>
                    <a:pt x="8225185" y="2110397"/>
                  </a:lnTo>
                  <a:lnTo>
                    <a:pt x="8225258" y="2110247"/>
                  </a:lnTo>
                  <a:lnTo>
                    <a:pt x="8227837" y="2102577"/>
                  </a:lnTo>
                  <a:lnTo>
                    <a:pt x="8229432" y="2094485"/>
                  </a:lnTo>
                  <a:lnTo>
                    <a:pt x="8229968" y="2086190"/>
                  </a:lnTo>
                  <a:lnTo>
                    <a:pt x="8229944" y="62991"/>
                  </a:lnTo>
                  <a:lnTo>
                    <a:pt x="8216810" y="24936"/>
                  </a:lnTo>
                  <a:lnTo>
                    <a:pt x="8183298" y="2471"/>
                  </a:lnTo>
                  <a:lnTo>
                    <a:pt x="8166963" y="355"/>
                  </a:lnTo>
                  <a:lnTo>
                    <a:pt x="63360" y="0"/>
                  </a:lnTo>
                  <a:close/>
                </a:path>
              </a:pathLst>
            </a:custGeom>
            <a:solidFill>
              <a:srgbClr val="F7C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6476" y="4068724"/>
              <a:ext cx="8230234" cy="2149475"/>
            </a:xfrm>
            <a:custGeom>
              <a:avLst/>
              <a:gdLst/>
              <a:ahLst/>
              <a:cxnLst/>
              <a:rect l="l" t="t" r="r" b="b"/>
              <a:pathLst>
                <a:path w="8230234" h="2149475">
                  <a:moveTo>
                    <a:pt x="368" y="62991"/>
                  </a:moveTo>
                  <a:lnTo>
                    <a:pt x="901" y="54710"/>
                  </a:lnTo>
                  <a:lnTo>
                    <a:pt x="2479" y="46661"/>
                  </a:lnTo>
                  <a:lnTo>
                    <a:pt x="24947" y="13146"/>
                  </a:lnTo>
                  <a:lnTo>
                    <a:pt x="63360" y="0"/>
                  </a:lnTo>
                  <a:lnTo>
                    <a:pt x="8166963" y="355"/>
                  </a:lnTo>
                  <a:lnTo>
                    <a:pt x="8205226" y="13351"/>
                  </a:lnTo>
                  <a:lnTo>
                    <a:pt x="8227806" y="46974"/>
                  </a:lnTo>
                  <a:lnTo>
                    <a:pt x="8229968" y="63360"/>
                  </a:lnTo>
                  <a:lnTo>
                    <a:pt x="8229968" y="2086190"/>
                  </a:lnTo>
                  <a:lnTo>
                    <a:pt x="8229433" y="2094479"/>
                  </a:lnTo>
                  <a:lnTo>
                    <a:pt x="8227852" y="2102532"/>
                  </a:lnTo>
                  <a:lnTo>
                    <a:pt x="8205387" y="2136043"/>
                  </a:lnTo>
                  <a:lnTo>
                    <a:pt x="8166963" y="2149195"/>
                  </a:lnTo>
                  <a:lnTo>
                    <a:pt x="63004" y="2149195"/>
                  </a:lnTo>
                  <a:lnTo>
                    <a:pt x="24741" y="2136199"/>
                  </a:lnTo>
                  <a:lnTo>
                    <a:pt x="2162" y="2102577"/>
                  </a:lnTo>
                  <a:lnTo>
                    <a:pt x="0" y="2086190"/>
                  </a:lnTo>
                  <a:lnTo>
                    <a:pt x="368" y="62991"/>
                  </a:lnTo>
                  <a:close/>
                </a:path>
              </a:pathLst>
            </a:custGeom>
            <a:ln w="9359">
              <a:solidFill>
                <a:srgbClr val="C4591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64184" y="4212615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6984" y="6440738"/>
            <a:ext cx="3725545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4184" y="4504575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184" y="4796535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184" y="5088496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184" y="5380456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184" y="5672416"/>
            <a:ext cx="8191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50" dirty="0">
                <a:latin typeface="Arial MT"/>
                <a:cs typeface="Arial MT"/>
              </a:rPr>
              <a:t>•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7262" y="4137814"/>
            <a:ext cx="4497070" cy="177736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4"/>
              </a:spcBef>
            </a:pPr>
            <a:r>
              <a:rPr sz="1250" dirty="0">
                <a:latin typeface="Courier New"/>
                <a:cs typeface="Courier New"/>
              </a:rPr>
              <a:t>“Initial</a:t>
            </a:r>
            <a:r>
              <a:rPr sz="1250" spc="-3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commit: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Add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Mad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Libs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Generator”</a:t>
            </a:r>
            <a:endParaRPr sz="1250">
              <a:latin typeface="Courier New"/>
              <a:cs typeface="Courier New"/>
            </a:endParaRPr>
          </a:p>
          <a:p>
            <a:pPr marL="12700" marR="5080">
              <a:lnSpc>
                <a:spcPct val="153300"/>
              </a:lnSpc>
            </a:pPr>
            <a:r>
              <a:rPr sz="1250" dirty="0">
                <a:latin typeface="Courier New"/>
                <a:cs typeface="Courier New"/>
              </a:rPr>
              <a:t>“Add</a:t>
            </a:r>
            <a:r>
              <a:rPr sz="1250" spc="-3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README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documentation</a:t>
            </a:r>
            <a:r>
              <a:rPr sz="1250" spc="-3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for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Mad</a:t>
            </a:r>
            <a:r>
              <a:rPr sz="1250" spc="-3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Libs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project” </a:t>
            </a:r>
            <a:r>
              <a:rPr sz="1250" dirty="0">
                <a:latin typeface="Courier New"/>
                <a:cs typeface="Courier New"/>
              </a:rPr>
              <a:t>“Add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Mad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Libs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story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generator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program”</a:t>
            </a:r>
            <a:endParaRPr sz="1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250" dirty="0">
                <a:latin typeface="Courier New"/>
                <a:cs typeface="Courier New"/>
              </a:rPr>
              <a:t>“Add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Mad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Libs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story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generator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program”</a:t>
            </a:r>
            <a:endParaRPr sz="1250">
              <a:latin typeface="Courier New"/>
              <a:cs typeface="Courier New"/>
            </a:endParaRPr>
          </a:p>
          <a:p>
            <a:pPr marL="12700" marR="290195">
              <a:lnSpc>
                <a:spcPct val="153300"/>
              </a:lnSpc>
            </a:pPr>
            <a:r>
              <a:rPr sz="1250" dirty="0">
                <a:latin typeface="Courier New"/>
                <a:cs typeface="Courier New"/>
              </a:rPr>
              <a:t>“Add</a:t>
            </a:r>
            <a:r>
              <a:rPr sz="1250" spc="-4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pseudocode</a:t>
            </a:r>
            <a:r>
              <a:rPr sz="1250" spc="-30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and</a:t>
            </a:r>
            <a:r>
              <a:rPr sz="1250" spc="-3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flowchart</a:t>
            </a:r>
            <a:r>
              <a:rPr sz="1250" spc="-3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documentation” </a:t>
            </a:r>
            <a:r>
              <a:rPr sz="1250" dirty="0">
                <a:latin typeface="Courier New"/>
                <a:cs typeface="Courier New"/>
              </a:rPr>
              <a:t>“Add</a:t>
            </a:r>
            <a:r>
              <a:rPr sz="1250" spc="-3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Mad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Libs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Generator</a:t>
            </a:r>
            <a:r>
              <a:rPr sz="1250" spc="-25" dirty="0">
                <a:latin typeface="Courier New"/>
                <a:cs typeface="Courier New"/>
              </a:rPr>
              <a:t> </a:t>
            </a:r>
            <a:r>
              <a:rPr sz="1250" dirty="0">
                <a:latin typeface="Courier New"/>
                <a:cs typeface="Courier New"/>
              </a:rPr>
              <a:t>with</a:t>
            </a:r>
            <a:r>
              <a:rPr sz="1250" spc="-20" dirty="0">
                <a:latin typeface="Courier New"/>
                <a:cs typeface="Courier New"/>
              </a:rPr>
              <a:t> </a:t>
            </a:r>
            <a:r>
              <a:rPr sz="1250" spc="-10" dirty="0">
                <a:latin typeface="Courier New"/>
                <a:cs typeface="Courier New"/>
              </a:rPr>
              <a:t>documentation”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383476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00" dirty="0">
                <a:solidFill>
                  <a:srgbClr val="1B2025"/>
                </a:solidFill>
                <a:latin typeface="Arial Black"/>
                <a:cs typeface="Arial Black"/>
              </a:rPr>
              <a:t>Phase</a:t>
            </a:r>
            <a:r>
              <a:rPr sz="2700" b="0" spc="-19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210" dirty="0">
                <a:solidFill>
                  <a:srgbClr val="1B2025"/>
                </a:solidFill>
                <a:latin typeface="Arial Black"/>
                <a:cs typeface="Arial Black"/>
              </a:rPr>
              <a:t>2:</a:t>
            </a:r>
            <a:r>
              <a:rPr sz="2700" b="0" spc="-19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95" dirty="0">
                <a:solidFill>
                  <a:srgbClr val="1B2025"/>
                </a:solidFill>
                <a:latin typeface="Arial Black"/>
                <a:cs typeface="Arial Black"/>
              </a:rPr>
              <a:t>What</a:t>
            </a:r>
            <a:r>
              <a:rPr sz="2700" b="0" spc="-19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dirty="0">
                <a:solidFill>
                  <a:srgbClr val="1B2025"/>
                </a:solidFill>
                <a:latin typeface="Arial Black"/>
                <a:cs typeface="Arial Black"/>
              </a:rPr>
              <a:t>I</a:t>
            </a:r>
            <a:r>
              <a:rPr sz="2700" b="0" spc="-19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14" dirty="0">
                <a:solidFill>
                  <a:srgbClr val="1B2025"/>
                </a:solidFill>
                <a:latin typeface="Arial Black"/>
                <a:cs typeface="Arial Black"/>
              </a:rPr>
              <a:t>Added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4617085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From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a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basic</a:t>
            </a:r>
            <a:r>
              <a:rPr sz="1300" spc="1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story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generator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to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a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/>
                <a:cs typeface="Tahoma"/>
              </a:rPr>
              <a:t>more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interactive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program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300">
              <a:latin typeface="Tahoma"/>
              <a:cs typeface="Tahoma"/>
            </a:endParaRPr>
          </a:p>
          <a:p>
            <a:pPr marL="48895">
              <a:lnSpc>
                <a:spcPct val="100000"/>
              </a:lnSpc>
            </a:pPr>
            <a:r>
              <a:rPr sz="1400" spc="-145" dirty="0">
                <a:solidFill>
                  <a:srgbClr val="173095"/>
                </a:solidFill>
                <a:latin typeface="Arial Black"/>
                <a:cs typeface="Arial Black"/>
              </a:rPr>
              <a:t>70%</a:t>
            </a:r>
            <a:r>
              <a:rPr sz="1400" spc="-80" dirty="0">
                <a:solidFill>
                  <a:srgbClr val="173095"/>
                </a:solidFill>
                <a:latin typeface="Arial Black"/>
                <a:cs typeface="Arial Black"/>
              </a:rPr>
              <a:t> </a:t>
            </a:r>
            <a:r>
              <a:rPr sz="1400" spc="-220" dirty="0">
                <a:solidFill>
                  <a:srgbClr val="173095"/>
                </a:solidFill>
                <a:latin typeface="Arial Black"/>
                <a:cs typeface="Arial Black"/>
              </a:rPr>
              <a:t>PROJECT</a:t>
            </a:r>
            <a:r>
              <a:rPr sz="1400" spc="-80" dirty="0">
                <a:solidFill>
                  <a:srgbClr val="173095"/>
                </a:solidFill>
                <a:latin typeface="Arial Black"/>
                <a:cs typeface="Arial Black"/>
              </a:rPr>
              <a:t> </a:t>
            </a:r>
            <a:r>
              <a:rPr sz="1400" spc="-50" dirty="0">
                <a:solidFill>
                  <a:srgbClr val="173095"/>
                </a:solidFill>
                <a:latin typeface="Arial Black"/>
                <a:cs typeface="Arial Black"/>
              </a:rPr>
              <a:t>DEVELOPMENT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/>
                <a:cs typeface="Arial Black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6840" y="1661044"/>
            <a:ext cx="391160" cy="391160"/>
            <a:chOff x="636840" y="1661044"/>
            <a:chExt cx="391160" cy="391160"/>
          </a:xfrm>
        </p:grpSpPr>
        <p:sp>
          <p:nvSpPr>
            <p:cNvPr id="12" name="object 12"/>
            <p:cNvSpPr/>
            <p:nvPr/>
          </p:nvSpPr>
          <p:spPr>
            <a:xfrm>
              <a:off x="640079" y="16642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8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D67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79" y="166428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8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8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6058" y="1742300"/>
            <a:ext cx="1130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9936" y="1687220"/>
            <a:ext cx="5038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75" dirty="0">
                <a:solidFill>
                  <a:srgbClr val="1B2025"/>
                </a:solidFill>
                <a:latin typeface="Tahoma"/>
                <a:cs typeface="Tahoma"/>
              </a:rPr>
              <a:t>Multiple</a:t>
            </a:r>
            <a:r>
              <a:rPr sz="1600" spc="-8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spc="55" dirty="0">
                <a:solidFill>
                  <a:srgbClr val="1B2025"/>
                </a:solidFill>
                <a:latin typeface="Tahoma"/>
                <a:cs typeface="Tahoma"/>
              </a:rPr>
              <a:t>stories</a:t>
            </a:r>
            <a:r>
              <a:rPr sz="1600" spc="-8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spc="145" dirty="0">
                <a:solidFill>
                  <a:srgbClr val="1B2025"/>
                </a:solidFill>
                <a:latin typeface="Tahoma"/>
                <a:cs typeface="Tahoma"/>
              </a:rPr>
              <a:t>—</a:t>
            </a:r>
            <a:r>
              <a:rPr sz="1600" spc="-7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1B2025"/>
                </a:solidFill>
                <a:latin typeface="Tahoma"/>
                <a:cs typeface="Tahoma"/>
              </a:rPr>
              <a:t>added</a:t>
            </a:r>
            <a:r>
              <a:rPr sz="1600" spc="-8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1B2025"/>
                </a:solidFill>
                <a:latin typeface="Tahoma"/>
                <a:cs typeface="Tahoma"/>
              </a:rPr>
              <a:t>3</a:t>
            </a:r>
            <a:r>
              <a:rPr sz="1600" spc="-7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1B2025"/>
                </a:solidFill>
                <a:latin typeface="Tahoma"/>
                <a:cs typeface="Tahoma"/>
              </a:rPr>
              <a:t>different</a:t>
            </a:r>
            <a:r>
              <a:rPr sz="1600" spc="-8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1B2025"/>
                </a:solidFill>
                <a:latin typeface="Tahoma"/>
                <a:cs typeface="Tahoma"/>
              </a:rPr>
              <a:t>story</a:t>
            </a:r>
            <a:r>
              <a:rPr sz="1600" spc="-7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600" spc="35" dirty="0">
                <a:solidFill>
                  <a:srgbClr val="1B2025"/>
                </a:solidFill>
                <a:latin typeface="Tahoma"/>
                <a:cs typeface="Tahoma"/>
              </a:rPr>
              <a:t>templates.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6840" y="2374200"/>
            <a:ext cx="391160" cy="391160"/>
            <a:chOff x="636840" y="2374200"/>
            <a:chExt cx="391160" cy="391160"/>
          </a:xfrm>
        </p:grpSpPr>
        <p:sp>
          <p:nvSpPr>
            <p:cNvPr id="17" name="object 17"/>
            <p:cNvSpPr/>
            <p:nvPr/>
          </p:nvSpPr>
          <p:spPr>
            <a:xfrm>
              <a:off x="640079" y="237743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4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3"/>
                  </a:lnTo>
                  <a:lnTo>
                    <a:pt x="0" y="191884"/>
                  </a:lnTo>
                  <a:lnTo>
                    <a:pt x="1665" y="217074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92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2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74"/>
                  </a:lnTo>
                  <a:lnTo>
                    <a:pt x="384124" y="191884"/>
                  </a:lnTo>
                  <a:lnTo>
                    <a:pt x="382458" y="166686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28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3F8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79" y="2377439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6"/>
                  </a:lnTo>
                  <a:lnTo>
                    <a:pt x="6572" y="142063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4"/>
                  </a:lnTo>
                  <a:lnTo>
                    <a:pt x="192239" y="0"/>
                  </a:lnTo>
                  <a:lnTo>
                    <a:pt x="241738" y="6434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3"/>
                  </a:lnTo>
                  <a:lnTo>
                    <a:pt x="384124" y="191884"/>
                  </a:lnTo>
                  <a:lnTo>
                    <a:pt x="382458" y="217074"/>
                  </a:lnTo>
                  <a:lnTo>
                    <a:pt x="377551" y="241693"/>
                  </a:lnTo>
                  <a:lnTo>
                    <a:pt x="358559" y="287997"/>
                  </a:lnTo>
                  <a:lnTo>
                    <a:pt x="327869" y="32768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86"/>
                  </a:lnTo>
                  <a:lnTo>
                    <a:pt x="25565" y="287997"/>
                  </a:lnTo>
                  <a:lnTo>
                    <a:pt x="6572" y="241693"/>
                  </a:lnTo>
                  <a:lnTo>
                    <a:pt x="1665" y="217074"/>
                  </a:lnTo>
                  <a:lnTo>
                    <a:pt x="0" y="191884"/>
                  </a:lnTo>
                  <a:close/>
                </a:path>
              </a:pathLst>
            </a:custGeom>
            <a:ln w="6479">
              <a:solidFill>
                <a:srgbClr val="3F81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36840" y="3087355"/>
            <a:ext cx="391160" cy="391160"/>
            <a:chOff x="636840" y="3087355"/>
            <a:chExt cx="391160" cy="391160"/>
          </a:xfrm>
        </p:grpSpPr>
        <p:sp>
          <p:nvSpPr>
            <p:cNvPr id="20" name="object 20"/>
            <p:cNvSpPr/>
            <p:nvPr/>
          </p:nvSpPr>
          <p:spPr>
            <a:xfrm>
              <a:off x="640079" y="30905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8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38"/>
                  </a:lnTo>
                  <a:lnTo>
                    <a:pt x="39624" y="308895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895"/>
                  </a:lnTo>
                  <a:lnTo>
                    <a:pt x="369540" y="265438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D67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0079" y="309059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8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8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698"/>
                  </a:lnTo>
                  <a:lnTo>
                    <a:pt x="358559" y="287997"/>
                  </a:lnTo>
                  <a:lnTo>
                    <a:pt x="327869" y="327696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96"/>
                  </a:lnTo>
                  <a:lnTo>
                    <a:pt x="25565" y="287997"/>
                  </a:lnTo>
                  <a:lnTo>
                    <a:pt x="6572" y="241698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36840" y="3800524"/>
            <a:ext cx="391160" cy="391160"/>
            <a:chOff x="636840" y="3800524"/>
            <a:chExt cx="391160" cy="391160"/>
          </a:xfrm>
        </p:grpSpPr>
        <p:sp>
          <p:nvSpPr>
            <p:cNvPr id="23" name="object 23"/>
            <p:cNvSpPr/>
            <p:nvPr/>
          </p:nvSpPr>
          <p:spPr>
            <a:xfrm>
              <a:off x="640079" y="380376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7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3F8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0079" y="380376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7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7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6479">
              <a:solidFill>
                <a:srgbClr val="3F81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36840" y="4514035"/>
            <a:ext cx="391160" cy="391160"/>
            <a:chOff x="636840" y="4514035"/>
            <a:chExt cx="391160" cy="391160"/>
          </a:xfrm>
        </p:grpSpPr>
        <p:sp>
          <p:nvSpPr>
            <p:cNvPr id="26" name="object 26"/>
            <p:cNvSpPr/>
            <p:nvPr/>
          </p:nvSpPr>
          <p:spPr>
            <a:xfrm>
              <a:off x="640079" y="45172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8"/>
                  </a:lnTo>
                  <a:lnTo>
                    <a:pt x="96126" y="25565"/>
                  </a:lnTo>
                  <a:lnTo>
                    <a:pt x="56249" y="56070"/>
                  </a:lnTo>
                  <a:lnTo>
                    <a:pt x="25565" y="95757"/>
                  </a:lnTo>
                  <a:lnTo>
                    <a:pt x="6572" y="142068"/>
                  </a:lnTo>
                  <a:lnTo>
                    <a:pt x="0" y="191884"/>
                  </a:lnTo>
                  <a:lnTo>
                    <a:pt x="1665" y="217080"/>
                  </a:lnTo>
                  <a:lnTo>
                    <a:pt x="14583" y="265443"/>
                  </a:lnTo>
                  <a:lnTo>
                    <a:pt x="39624" y="308900"/>
                  </a:lnTo>
                  <a:lnTo>
                    <a:pt x="75173" y="344199"/>
                  </a:lnTo>
                  <a:lnTo>
                    <a:pt x="118686" y="369390"/>
                  </a:lnTo>
                  <a:lnTo>
                    <a:pt x="167044" y="382452"/>
                  </a:lnTo>
                  <a:lnTo>
                    <a:pt x="192239" y="384124"/>
                  </a:lnTo>
                  <a:lnTo>
                    <a:pt x="217224" y="382452"/>
                  </a:lnTo>
                  <a:lnTo>
                    <a:pt x="265441" y="369390"/>
                  </a:lnTo>
                  <a:lnTo>
                    <a:pt x="308945" y="344199"/>
                  </a:lnTo>
                  <a:lnTo>
                    <a:pt x="344497" y="308900"/>
                  </a:lnTo>
                  <a:lnTo>
                    <a:pt x="369540" y="265443"/>
                  </a:lnTo>
                  <a:lnTo>
                    <a:pt x="382458" y="217080"/>
                  </a:lnTo>
                  <a:lnTo>
                    <a:pt x="384124" y="191884"/>
                  </a:lnTo>
                  <a:lnTo>
                    <a:pt x="382458" y="166688"/>
                  </a:lnTo>
                  <a:lnTo>
                    <a:pt x="369540" y="118325"/>
                  </a:lnTo>
                  <a:lnTo>
                    <a:pt x="344497" y="74867"/>
                  </a:lnTo>
                  <a:lnTo>
                    <a:pt x="308945" y="39568"/>
                  </a:lnTo>
                  <a:lnTo>
                    <a:pt x="265441" y="14433"/>
                  </a:lnTo>
                  <a:lnTo>
                    <a:pt x="217224" y="1615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DD671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0079" y="4517275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84"/>
                  </a:moveTo>
                  <a:lnTo>
                    <a:pt x="1665" y="166688"/>
                  </a:lnTo>
                  <a:lnTo>
                    <a:pt x="6572" y="142068"/>
                  </a:lnTo>
                  <a:lnTo>
                    <a:pt x="25565" y="95757"/>
                  </a:lnTo>
                  <a:lnTo>
                    <a:pt x="56249" y="56070"/>
                  </a:lnTo>
                  <a:lnTo>
                    <a:pt x="96126" y="25565"/>
                  </a:lnTo>
                  <a:lnTo>
                    <a:pt x="142425" y="6438"/>
                  </a:lnTo>
                  <a:lnTo>
                    <a:pt x="192239" y="0"/>
                  </a:lnTo>
                  <a:lnTo>
                    <a:pt x="241738" y="6438"/>
                  </a:lnTo>
                  <a:lnTo>
                    <a:pt x="287997" y="25565"/>
                  </a:lnTo>
                  <a:lnTo>
                    <a:pt x="327869" y="56070"/>
                  </a:lnTo>
                  <a:lnTo>
                    <a:pt x="358559" y="95757"/>
                  </a:lnTo>
                  <a:lnTo>
                    <a:pt x="377551" y="142068"/>
                  </a:lnTo>
                  <a:lnTo>
                    <a:pt x="384124" y="191884"/>
                  </a:lnTo>
                  <a:lnTo>
                    <a:pt x="382458" y="217080"/>
                  </a:lnTo>
                  <a:lnTo>
                    <a:pt x="377551" y="241700"/>
                  </a:lnTo>
                  <a:lnTo>
                    <a:pt x="358559" y="288010"/>
                  </a:lnTo>
                  <a:lnTo>
                    <a:pt x="327869" y="327698"/>
                  </a:lnTo>
                  <a:lnTo>
                    <a:pt x="287997" y="358203"/>
                  </a:lnTo>
                  <a:lnTo>
                    <a:pt x="241738" y="377507"/>
                  </a:lnTo>
                  <a:lnTo>
                    <a:pt x="192239" y="384124"/>
                  </a:lnTo>
                  <a:lnTo>
                    <a:pt x="142425" y="377507"/>
                  </a:lnTo>
                  <a:lnTo>
                    <a:pt x="96126" y="358203"/>
                  </a:lnTo>
                  <a:lnTo>
                    <a:pt x="56249" y="327698"/>
                  </a:lnTo>
                  <a:lnTo>
                    <a:pt x="25565" y="288010"/>
                  </a:lnTo>
                  <a:lnTo>
                    <a:pt x="6572" y="241700"/>
                  </a:lnTo>
                  <a:lnTo>
                    <a:pt x="1665" y="217080"/>
                  </a:lnTo>
                  <a:lnTo>
                    <a:pt x="0" y="191884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636840" y="5227204"/>
            <a:ext cx="391160" cy="391160"/>
            <a:chOff x="636840" y="5227204"/>
            <a:chExt cx="391160" cy="391160"/>
          </a:xfrm>
        </p:grpSpPr>
        <p:sp>
          <p:nvSpPr>
            <p:cNvPr id="29" name="object 29"/>
            <p:cNvSpPr/>
            <p:nvPr/>
          </p:nvSpPr>
          <p:spPr>
            <a:xfrm>
              <a:off x="640079" y="52304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192239" y="0"/>
                  </a:moveTo>
                  <a:lnTo>
                    <a:pt x="142425" y="6432"/>
                  </a:lnTo>
                  <a:lnTo>
                    <a:pt x="96126" y="25552"/>
                  </a:lnTo>
                  <a:lnTo>
                    <a:pt x="56249" y="56068"/>
                  </a:lnTo>
                  <a:lnTo>
                    <a:pt x="25565" y="95757"/>
                  </a:lnTo>
                  <a:lnTo>
                    <a:pt x="6572" y="142062"/>
                  </a:lnTo>
                  <a:lnTo>
                    <a:pt x="0" y="191871"/>
                  </a:lnTo>
                  <a:lnTo>
                    <a:pt x="1665" y="217069"/>
                  </a:lnTo>
                  <a:lnTo>
                    <a:pt x="14583" y="265436"/>
                  </a:lnTo>
                  <a:lnTo>
                    <a:pt x="39624" y="308888"/>
                  </a:lnTo>
                  <a:lnTo>
                    <a:pt x="75173" y="344187"/>
                  </a:lnTo>
                  <a:lnTo>
                    <a:pt x="118686" y="369382"/>
                  </a:lnTo>
                  <a:lnTo>
                    <a:pt x="167044" y="382442"/>
                  </a:lnTo>
                  <a:lnTo>
                    <a:pt x="192239" y="384111"/>
                  </a:lnTo>
                  <a:lnTo>
                    <a:pt x="217224" y="382442"/>
                  </a:lnTo>
                  <a:lnTo>
                    <a:pt x="265441" y="369382"/>
                  </a:lnTo>
                  <a:lnTo>
                    <a:pt x="308945" y="344187"/>
                  </a:lnTo>
                  <a:lnTo>
                    <a:pt x="344497" y="308888"/>
                  </a:lnTo>
                  <a:lnTo>
                    <a:pt x="369540" y="265436"/>
                  </a:lnTo>
                  <a:lnTo>
                    <a:pt x="382458" y="217069"/>
                  </a:lnTo>
                  <a:lnTo>
                    <a:pt x="384124" y="191871"/>
                  </a:lnTo>
                  <a:lnTo>
                    <a:pt x="382458" y="166681"/>
                  </a:lnTo>
                  <a:lnTo>
                    <a:pt x="369540" y="118319"/>
                  </a:lnTo>
                  <a:lnTo>
                    <a:pt x="344497" y="74867"/>
                  </a:lnTo>
                  <a:lnTo>
                    <a:pt x="308945" y="39563"/>
                  </a:lnTo>
                  <a:lnTo>
                    <a:pt x="265441" y="14423"/>
                  </a:lnTo>
                  <a:lnTo>
                    <a:pt x="217224" y="1613"/>
                  </a:lnTo>
                  <a:lnTo>
                    <a:pt x="192239" y="0"/>
                  </a:lnTo>
                  <a:close/>
                </a:path>
              </a:pathLst>
            </a:custGeom>
            <a:solidFill>
              <a:srgbClr val="3F815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0079" y="5230444"/>
              <a:ext cx="384175" cy="384175"/>
            </a:xfrm>
            <a:custGeom>
              <a:avLst/>
              <a:gdLst/>
              <a:ahLst/>
              <a:cxnLst/>
              <a:rect l="l" t="t" r="r" b="b"/>
              <a:pathLst>
                <a:path w="384175" h="384175">
                  <a:moveTo>
                    <a:pt x="0" y="191871"/>
                  </a:moveTo>
                  <a:lnTo>
                    <a:pt x="1665" y="166681"/>
                  </a:lnTo>
                  <a:lnTo>
                    <a:pt x="6572" y="142062"/>
                  </a:lnTo>
                  <a:lnTo>
                    <a:pt x="25565" y="95757"/>
                  </a:lnTo>
                  <a:lnTo>
                    <a:pt x="56249" y="56068"/>
                  </a:lnTo>
                  <a:lnTo>
                    <a:pt x="96126" y="25552"/>
                  </a:lnTo>
                  <a:lnTo>
                    <a:pt x="142425" y="6432"/>
                  </a:lnTo>
                  <a:lnTo>
                    <a:pt x="192239" y="0"/>
                  </a:lnTo>
                  <a:lnTo>
                    <a:pt x="241738" y="6432"/>
                  </a:lnTo>
                  <a:lnTo>
                    <a:pt x="287997" y="25552"/>
                  </a:lnTo>
                  <a:lnTo>
                    <a:pt x="327869" y="56068"/>
                  </a:lnTo>
                  <a:lnTo>
                    <a:pt x="358559" y="95757"/>
                  </a:lnTo>
                  <a:lnTo>
                    <a:pt x="377551" y="142062"/>
                  </a:lnTo>
                  <a:lnTo>
                    <a:pt x="384124" y="191871"/>
                  </a:lnTo>
                  <a:lnTo>
                    <a:pt x="382458" y="217069"/>
                  </a:lnTo>
                  <a:lnTo>
                    <a:pt x="377551" y="241692"/>
                  </a:lnTo>
                  <a:lnTo>
                    <a:pt x="358559" y="287997"/>
                  </a:lnTo>
                  <a:lnTo>
                    <a:pt x="327869" y="327685"/>
                  </a:lnTo>
                  <a:lnTo>
                    <a:pt x="287997" y="358190"/>
                  </a:lnTo>
                  <a:lnTo>
                    <a:pt x="241738" y="377499"/>
                  </a:lnTo>
                  <a:lnTo>
                    <a:pt x="192239" y="384111"/>
                  </a:lnTo>
                  <a:lnTo>
                    <a:pt x="142425" y="377499"/>
                  </a:lnTo>
                  <a:lnTo>
                    <a:pt x="96126" y="358190"/>
                  </a:lnTo>
                  <a:lnTo>
                    <a:pt x="56249" y="327685"/>
                  </a:lnTo>
                  <a:lnTo>
                    <a:pt x="25565" y="287997"/>
                  </a:lnTo>
                  <a:lnTo>
                    <a:pt x="6572" y="241692"/>
                  </a:lnTo>
                  <a:lnTo>
                    <a:pt x="1665" y="217069"/>
                  </a:lnTo>
                  <a:lnTo>
                    <a:pt x="0" y="191871"/>
                  </a:lnTo>
                  <a:close/>
                </a:path>
              </a:pathLst>
            </a:custGeom>
            <a:ln w="6479">
              <a:solidFill>
                <a:srgbClr val="3F815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76058" y="2404707"/>
            <a:ext cx="6577330" cy="3122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5930" indent="-443230">
              <a:lnSpc>
                <a:spcPct val="100000"/>
              </a:lnSpc>
              <a:spcBef>
                <a:spcPts val="95"/>
              </a:spcBef>
              <a:buClr>
                <a:srgbClr val="FFFFFF"/>
              </a:buClr>
              <a:buSzPct val="75000"/>
              <a:buFont typeface="Arial Black"/>
              <a:buAutoNum type="arabicPlain" startAt="2"/>
              <a:tabLst>
                <a:tab pos="455930" algn="l"/>
              </a:tabLst>
            </a:pPr>
            <a:r>
              <a:rPr sz="2400" spc="104" baseline="1736" dirty="0">
                <a:solidFill>
                  <a:srgbClr val="1B2025"/>
                </a:solidFill>
                <a:latin typeface="Tahoma"/>
                <a:cs typeface="Tahoma"/>
              </a:rPr>
              <a:t>Random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75" baseline="1736" dirty="0">
                <a:solidFill>
                  <a:srgbClr val="1B2025"/>
                </a:solidFill>
                <a:latin typeface="Tahoma"/>
                <a:cs typeface="Tahoma"/>
              </a:rPr>
              <a:t>choice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217" baseline="1736" dirty="0">
                <a:solidFill>
                  <a:srgbClr val="1B2025"/>
                </a:solidFill>
                <a:latin typeface="Tahoma"/>
                <a:cs typeface="Tahoma"/>
              </a:rPr>
              <a:t>—</a:t>
            </a:r>
            <a:r>
              <a:rPr sz="2400" spc="-5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9" baseline="1736" dirty="0">
                <a:solidFill>
                  <a:srgbClr val="1B2025"/>
                </a:solidFill>
                <a:latin typeface="Tahoma"/>
                <a:cs typeface="Tahoma"/>
              </a:rPr>
              <a:t>the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12" baseline="1736" dirty="0">
                <a:solidFill>
                  <a:srgbClr val="1B2025"/>
                </a:solidFill>
                <a:latin typeface="Tahoma"/>
                <a:cs typeface="Tahoma"/>
              </a:rPr>
              <a:t>program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can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select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a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story</a:t>
            </a:r>
            <a:r>
              <a:rPr sz="2400" spc="-3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-15" baseline="1736" dirty="0">
                <a:solidFill>
                  <a:srgbClr val="1B2025"/>
                </a:solidFill>
                <a:latin typeface="Tahoma"/>
                <a:cs typeface="Tahoma"/>
              </a:rPr>
              <a:t>automatically.</a:t>
            </a:r>
            <a:endParaRPr sz="2400" baseline="173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64"/>
              </a:spcBef>
              <a:buClr>
                <a:srgbClr val="FFFFFF"/>
              </a:buClr>
              <a:buFont typeface="Arial Black"/>
              <a:buAutoNum type="arabicPlain" startAt="2"/>
            </a:pPr>
            <a:endParaRPr sz="1600">
              <a:latin typeface="Tahoma"/>
              <a:cs typeface="Tahoma"/>
            </a:endParaRPr>
          </a:p>
          <a:p>
            <a:pPr marL="455930" indent="-443230">
              <a:lnSpc>
                <a:spcPct val="100000"/>
              </a:lnSpc>
              <a:buClr>
                <a:srgbClr val="FFFFFF"/>
              </a:buClr>
              <a:buSzPct val="75000"/>
              <a:buFont typeface="Arial Black"/>
              <a:buAutoNum type="arabicPlain" startAt="2"/>
              <a:tabLst>
                <a:tab pos="455930" algn="l"/>
              </a:tabLst>
            </a:pPr>
            <a:r>
              <a:rPr sz="2400" spc="75" baseline="1736" dirty="0">
                <a:solidFill>
                  <a:srgbClr val="1B2025"/>
                </a:solidFill>
                <a:latin typeface="Tahoma"/>
                <a:cs typeface="Tahoma"/>
              </a:rPr>
              <a:t>Input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checking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217" baseline="1736" dirty="0">
                <a:solidFill>
                  <a:srgbClr val="1B2025"/>
                </a:solidFill>
                <a:latin typeface="Tahoma"/>
                <a:cs typeface="Tahoma"/>
              </a:rPr>
              <a:t>—</a:t>
            </a:r>
            <a:r>
              <a:rPr sz="2400" spc="-11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blank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input</a:t>
            </a:r>
            <a:r>
              <a:rPr sz="2400" spc="-9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is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04" baseline="1736" dirty="0">
                <a:solidFill>
                  <a:srgbClr val="1B2025"/>
                </a:solidFill>
                <a:latin typeface="Tahoma"/>
                <a:cs typeface="Tahoma"/>
              </a:rPr>
              <a:t>not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-15" baseline="1736" dirty="0">
                <a:solidFill>
                  <a:srgbClr val="1B2025"/>
                </a:solidFill>
                <a:latin typeface="Tahoma"/>
                <a:cs typeface="Tahoma"/>
              </a:rPr>
              <a:t>accepted.</a:t>
            </a:r>
            <a:endParaRPr sz="2400" baseline="173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64"/>
              </a:spcBef>
              <a:buClr>
                <a:srgbClr val="FFFFFF"/>
              </a:buClr>
              <a:buFont typeface="Arial Black"/>
              <a:buAutoNum type="arabicPlain" startAt="2"/>
            </a:pPr>
            <a:endParaRPr sz="1600">
              <a:latin typeface="Tahoma"/>
              <a:cs typeface="Tahoma"/>
            </a:endParaRPr>
          </a:p>
          <a:p>
            <a:pPr marL="455930" indent="-443230">
              <a:lnSpc>
                <a:spcPct val="100000"/>
              </a:lnSpc>
              <a:buClr>
                <a:srgbClr val="FFFFFF"/>
              </a:buClr>
              <a:buSzPct val="75000"/>
              <a:buFont typeface="Arial Black"/>
              <a:buAutoNum type="arabicPlain" startAt="2"/>
              <a:tabLst>
                <a:tab pos="455930" algn="l"/>
              </a:tabLst>
            </a:pPr>
            <a:r>
              <a:rPr sz="2400" spc="165" baseline="1736" dirty="0">
                <a:solidFill>
                  <a:srgbClr val="1B2025"/>
                </a:solidFill>
                <a:latin typeface="Tahoma"/>
                <a:cs typeface="Tahoma"/>
              </a:rPr>
              <a:t>Menu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75" baseline="1736" dirty="0">
                <a:solidFill>
                  <a:srgbClr val="1B2025"/>
                </a:solidFill>
                <a:latin typeface="Tahoma"/>
                <a:cs typeface="Tahoma"/>
              </a:rPr>
              <a:t>system</a:t>
            </a:r>
            <a:r>
              <a:rPr sz="2400" spc="-9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217" baseline="1736" dirty="0">
                <a:solidFill>
                  <a:srgbClr val="1B2025"/>
                </a:solidFill>
                <a:latin typeface="Tahoma"/>
                <a:cs typeface="Tahoma"/>
              </a:rPr>
              <a:t>—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04" baseline="1736" dirty="0">
                <a:solidFill>
                  <a:srgbClr val="1B2025"/>
                </a:solidFill>
                <a:latin typeface="Tahoma"/>
                <a:cs typeface="Tahoma"/>
              </a:rPr>
              <a:t>Random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Story,</a:t>
            </a:r>
            <a:r>
              <a:rPr sz="2400" spc="-9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Choose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Story,</a:t>
            </a:r>
            <a:r>
              <a:rPr sz="2400" spc="-97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20" baseline="1736" dirty="0">
                <a:solidFill>
                  <a:srgbClr val="1B2025"/>
                </a:solidFill>
                <a:latin typeface="Tahoma"/>
                <a:cs typeface="Tahoma"/>
              </a:rPr>
              <a:t>or</a:t>
            </a:r>
            <a:r>
              <a:rPr sz="2400" spc="-104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-15" baseline="1736" dirty="0">
                <a:solidFill>
                  <a:srgbClr val="1B2025"/>
                </a:solidFill>
                <a:latin typeface="Tahoma"/>
                <a:cs typeface="Tahoma"/>
              </a:rPr>
              <a:t>Exit.</a:t>
            </a:r>
            <a:endParaRPr sz="2400" baseline="173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64"/>
              </a:spcBef>
              <a:buClr>
                <a:srgbClr val="FFFFFF"/>
              </a:buClr>
              <a:buFont typeface="Arial Black"/>
              <a:buAutoNum type="arabicPlain" startAt="2"/>
            </a:pPr>
            <a:endParaRPr sz="1600">
              <a:latin typeface="Tahoma"/>
              <a:cs typeface="Tahoma"/>
            </a:endParaRPr>
          </a:p>
          <a:p>
            <a:pPr marL="455930" indent="-443230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SzPct val="75000"/>
              <a:buFont typeface="Arial Black"/>
              <a:buAutoNum type="arabicPlain" startAt="2"/>
              <a:tabLst>
                <a:tab pos="455930" algn="l"/>
              </a:tabLst>
            </a:pP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Functions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217" baseline="1736" dirty="0">
                <a:solidFill>
                  <a:srgbClr val="1B2025"/>
                </a:solidFill>
                <a:latin typeface="Tahoma"/>
                <a:cs typeface="Tahoma"/>
              </a:rPr>
              <a:t>—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each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task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is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75" baseline="1736" dirty="0">
                <a:solidFill>
                  <a:srgbClr val="1B2025"/>
                </a:solidFill>
                <a:latin typeface="Tahoma"/>
                <a:cs typeface="Tahoma"/>
              </a:rPr>
              <a:t>kept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in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a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04" baseline="1736" dirty="0">
                <a:solidFill>
                  <a:srgbClr val="1B2025"/>
                </a:solidFill>
                <a:latin typeface="Tahoma"/>
                <a:cs typeface="Tahoma"/>
              </a:rPr>
              <a:t>simple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52" baseline="1736" dirty="0">
                <a:solidFill>
                  <a:srgbClr val="1B2025"/>
                </a:solidFill>
                <a:latin typeface="Tahoma"/>
                <a:cs typeface="Tahoma"/>
              </a:rPr>
              <a:t>function.</a:t>
            </a:r>
            <a:endParaRPr sz="2400" baseline="1736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60"/>
              </a:spcBef>
              <a:buClr>
                <a:srgbClr val="FFFFFF"/>
              </a:buClr>
              <a:buFont typeface="Arial Black"/>
              <a:buAutoNum type="arabicPlain" startAt="2"/>
            </a:pPr>
            <a:endParaRPr sz="1600">
              <a:latin typeface="Tahoma"/>
              <a:cs typeface="Tahoma"/>
            </a:endParaRPr>
          </a:p>
          <a:p>
            <a:pPr marL="455930" indent="-443230">
              <a:lnSpc>
                <a:spcPct val="100000"/>
              </a:lnSpc>
              <a:buClr>
                <a:srgbClr val="FFFFFF"/>
              </a:buClr>
              <a:buSzPct val="75000"/>
              <a:buFont typeface="Arial Black"/>
              <a:buAutoNum type="arabicPlain" startAt="2"/>
              <a:tabLst>
                <a:tab pos="455930" algn="l"/>
              </a:tabLst>
            </a:pPr>
            <a:r>
              <a:rPr sz="2400" baseline="1736" dirty="0">
                <a:solidFill>
                  <a:srgbClr val="1B2025"/>
                </a:solidFill>
                <a:latin typeface="Tahoma"/>
                <a:cs typeface="Tahoma"/>
              </a:rPr>
              <a:t>Repeat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use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217" baseline="1736" dirty="0">
                <a:solidFill>
                  <a:srgbClr val="1B2025"/>
                </a:solidFill>
                <a:latin typeface="Tahoma"/>
                <a:cs typeface="Tahoma"/>
              </a:rPr>
              <a:t>—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12" baseline="1736" dirty="0">
                <a:solidFill>
                  <a:srgbClr val="1B2025"/>
                </a:solidFill>
                <a:latin typeface="Tahoma"/>
                <a:cs typeface="Tahoma"/>
              </a:rPr>
              <a:t>more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than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12" baseline="1736" dirty="0">
                <a:solidFill>
                  <a:srgbClr val="1B2025"/>
                </a:solidFill>
                <a:latin typeface="Tahoma"/>
                <a:cs typeface="Tahoma"/>
              </a:rPr>
              <a:t>one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75" baseline="1736" dirty="0">
                <a:solidFill>
                  <a:srgbClr val="1B2025"/>
                </a:solidFill>
                <a:latin typeface="Tahoma"/>
                <a:cs typeface="Tahoma"/>
              </a:rPr>
              <a:t>story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2" baseline="1736" dirty="0">
                <a:solidFill>
                  <a:srgbClr val="1B2025"/>
                </a:solidFill>
                <a:latin typeface="Tahoma"/>
                <a:cs typeface="Tahoma"/>
              </a:rPr>
              <a:t>can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04" baseline="1736" dirty="0">
                <a:solidFill>
                  <a:srgbClr val="1B2025"/>
                </a:solidFill>
                <a:latin typeface="Tahoma"/>
                <a:cs typeface="Tahoma"/>
              </a:rPr>
              <a:t>be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89" baseline="1736" dirty="0">
                <a:solidFill>
                  <a:srgbClr val="1B2025"/>
                </a:solidFill>
                <a:latin typeface="Tahoma"/>
                <a:cs typeface="Tahoma"/>
              </a:rPr>
              <a:t>generated</a:t>
            </a:r>
            <a:r>
              <a:rPr sz="2400" spc="-82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97" baseline="1736" dirty="0">
                <a:solidFill>
                  <a:srgbClr val="1B2025"/>
                </a:solidFill>
                <a:latin typeface="Tahoma"/>
                <a:cs typeface="Tahoma"/>
              </a:rPr>
              <a:t>in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112" baseline="1736" dirty="0">
                <a:solidFill>
                  <a:srgbClr val="1B2025"/>
                </a:solidFill>
                <a:latin typeface="Tahoma"/>
                <a:cs typeface="Tahoma"/>
              </a:rPr>
              <a:t>one</a:t>
            </a:r>
            <a:r>
              <a:rPr sz="2400" spc="-89" baseline="1736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2400" spc="-30" baseline="1736" dirty="0">
                <a:solidFill>
                  <a:srgbClr val="1B2025"/>
                </a:solidFill>
                <a:latin typeface="Tahoma"/>
                <a:cs typeface="Tahoma"/>
              </a:rPr>
              <a:t>run.</a:t>
            </a:r>
            <a:endParaRPr sz="2400" baseline="1736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816" y="6506776"/>
            <a:ext cx="680085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solidFill>
                  <a:srgbClr val="FFFFFF"/>
                </a:solidFill>
                <a:latin typeface="Tahoma"/>
                <a:cs typeface="Tahoma"/>
              </a:rPr>
              <a:t>S.</a:t>
            </a:r>
            <a:r>
              <a:rPr sz="1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B.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Jain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258635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10" dirty="0">
                <a:solidFill>
                  <a:srgbClr val="1B2025"/>
                </a:solidFill>
                <a:latin typeface="Arial Black"/>
                <a:cs typeface="Arial Black"/>
              </a:rPr>
              <a:t>Code</a:t>
            </a:r>
            <a:r>
              <a:rPr sz="2700" b="0" spc="-204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30" dirty="0">
                <a:solidFill>
                  <a:srgbClr val="1B2025"/>
                </a:solidFill>
                <a:latin typeface="Arial Black"/>
                <a:cs typeface="Arial Black"/>
              </a:rPr>
              <a:t>Structure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52755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Simple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45" dirty="0">
                <a:solidFill>
                  <a:srgbClr val="5E666D"/>
                </a:solidFill>
                <a:latin typeface="Tahoma"/>
                <a:cs typeface="Tahoma"/>
              </a:rPr>
              <a:t>functions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make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the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/>
                <a:cs typeface="Tahoma"/>
              </a:rPr>
              <a:t>program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easy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to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understand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5E666D"/>
                </a:solidFill>
                <a:latin typeface="Tahoma"/>
                <a:cs typeface="Tahoma"/>
              </a:rPr>
              <a:t>and</a:t>
            </a:r>
            <a:r>
              <a:rPr sz="1300" spc="-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5E666D"/>
                </a:solidFill>
                <a:latin typeface="Tahoma"/>
                <a:cs typeface="Tahoma"/>
              </a:rPr>
              <a:t>explain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/>
                <a:cs typeface="Arial Black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499324" y="1413724"/>
            <a:ext cx="1332865" cy="1085850"/>
            <a:chOff x="499324" y="1413724"/>
            <a:chExt cx="1332865" cy="1085850"/>
          </a:xfrm>
        </p:grpSpPr>
        <p:sp>
          <p:nvSpPr>
            <p:cNvPr id="12" name="object 12"/>
            <p:cNvSpPr/>
            <p:nvPr/>
          </p:nvSpPr>
          <p:spPr>
            <a:xfrm>
              <a:off x="502564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180352" y="0"/>
                  </a:moveTo>
                  <a:lnTo>
                    <a:pt x="133737" y="6253"/>
                  </a:lnTo>
                  <a:lnTo>
                    <a:pt x="90360" y="24117"/>
                  </a:lnTo>
                  <a:lnTo>
                    <a:pt x="53092" y="52735"/>
                  </a:lnTo>
                  <a:lnTo>
                    <a:pt x="24472" y="89992"/>
                  </a:lnTo>
                  <a:lnTo>
                    <a:pt x="6475" y="133375"/>
                  </a:lnTo>
                  <a:lnTo>
                    <a:pt x="355" y="179997"/>
                  </a:lnTo>
                  <a:lnTo>
                    <a:pt x="0" y="899274"/>
                  </a:lnTo>
                  <a:lnTo>
                    <a:pt x="1591" y="922856"/>
                  </a:lnTo>
                  <a:lnTo>
                    <a:pt x="13817" y="968125"/>
                  </a:lnTo>
                  <a:lnTo>
                    <a:pt x="37244" y="1008885"/>
                  </a:lnTo>
                  <a:lnTo>
                    <a:pt x="70385" y="1042026"/>
                  </a:lnTo>
                  <a:lnTo>
                    <a:pt x="111145" y="1065603"/>
                  </a:lnTo>
                  <a:lnTo>
                    <a:pt x="156414" y="1077730"/>
                  </a:lnTo>
                  <a:lnTo>
                    <a:pt x="179997" y="1079271"/>
                  </a:lnTo>
                  <a:lnTo>
                    <a:pt x="1146238" y="1079271"/>
                  </a:lnTo>
                  <a:lnTo>
                    <a:pt x="1169074" y="1077730"/>
                  </a:lnTo>
                  <a:lnTo>
                    <a:pt x="1169568" y="1077730"/>
                  </a:lnTo>
                  <a:lnTo>
                    <a:pt x="1215082" y="1065453"/>
                  </a:lnTo>
                  <a:lnTo>
                    <a:pt x="1255844" y="1042026"/>
                  </a:lnTo>
                  <a:lnTo>
                    <a:pt x="1288990" y="1008885"/>
                  </a:lnTo>
                  <a:lnTo>
                    <a:pt x="1312567" y="968125"/>
                  </a:lnTo>
                  <a:lnTo>
                    <a:pt x="1324694" y="922856"/>
                  </a:lnTo>
                  <a:lnTo>
                    <a:pt x="1326235" y="899274"/>
                  </a:lnTo>
                  <a:lnTo>
                    <a:pt x="1326211" y="179997"/>
                  </a:lnTo>
                  <a:lnTo>
                    <a:pt x="1319982" y="133737"/>
                  </a:lnTo>
                  <a:lnTo>
                    <a:pt x="1302118" y="90360"/>
                  </a:lnTo>
                  <a:lnTo>
                    <a:pt x="1273498" y="53092"/>
                  </a:lnTo>
                  <a:lnTo>
                    <a:pt x="1236230" y="24472"/>
                  </a:lnTo>
                  <a:lnTo>
                    <a:pt x="1192853" y="6475"/>
                  </a:lnTo>
                  <a:lnTo>
                    <a:pt x="1146238" y="355"/>
                  </a:lnTo>
                  <a:lnTo>
                    <a:pt x="180352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02564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355" y="179997"/>
                  </a:moveTo>
                  <a:lnTo>
                    <a:pt x="1896" y="156414"/>
                  </a:lnTo>
                  <a:lnTo>
                    <a:pt x="6475" y="133375"/>
                  </a:lnTo>
                  <a:lnTo>
                    <a:pt x="24472" y="89992"/>
                  </a:lnTo>
                  <a:lnTo>
                    <a:pt x="53092" y="52735"/>
                  </a:lnTo>
                  <a:lnTo>
                    <a:pt x="90360" y="24117"/>
                  </a:lnTo>
                  <a:lnTo>
                    <a:pt x="133737" y="6253"/>
                  </a:lnTo>
                  <a:lnTo>
                    <a:pt x="180352" y="0"/>
                  </a:lnTo>
                  <a:lnTo>
                    <a:pt x="1146238" y="355"/>
                  </a:lnTo>
                  <a:lnTo>
                    <a:pt x="1192853" y="6475"/>
                  </a:lnTo>
                  <a:lnTo>
                    <a:pt x="1236230" y="24472"/>
                  </a:lnTo>
                  <a:lnTo>
                    <a:pt x="1273498" y="53092"/>
                  </a:lnTo>
                  <a:lnTo>
                    <a:pt x="1302118" y="90360"/>
                  </a:lnTo>
                  <a:lnTo>
                    <a:pt x="1319982" y="133737"/>
                  </a:lnTo>
                  <a:lnTo>
                    <a:pt x="1326235" y="180352"/>
                  </a:lnTo>
                  <a:lnTo>
                    <a:pt x="1326235" y="899274"/>
                  </a:lnTo>
                  <a:lnTo>
                    <a:pt x="1324694" y="922856"/>
                  </a:lnTo>
                  <a:lnTo>
                    <a:pt x="1320115" y="945895"/>
                  </a:lnTo>
                  <a:lnTo>
                    <a:pt x="1302118" y="989279"/>
                  </a:lnTo>
                  <a:lnTo>
                    <a:pt x="1273498" y="1026536"/>
                  </a:lnTo>
                  <a:lnTo>
                    <a:pt x="1236230" y="1055154"/>
                  </a:lnTo>
                  <a:lnTo>
                    <a:pt x="1192853" y="1073018"/>
                  </a:lnTo>
                  <a:lnTo>
                    <a:pt x="1146238" y="1079271"/>
                  </a:lnTo>
                  <a:lnTo>
                    <a:pt x="179997" y="1079271"/>
                  </a:lnTo>
                  <a:lnTo>
                    <a:pt x="133375" y="1073151"/>
                  </a:lnTo>
                  <a:lnTo>
                    <a:pt x="89992" y="1055154"/>
                  </a:lnTo>
                  <a:lnTo>
                    <a:pt x="52735" y="1026536"/>
                  </a:lnTo>
                  <a:lnTo>
                    <a:pt x="24117" y="989279"/>
                  </a:lnTo>
                  <a:lnTo>
                    <a:pt x="6253" y="945895"/>
                  </a:lnTo>
                  <a:lnTo>
                    <a:pt x="0" y="899274"/>
                  </a:lnTo>
                  <a:lnTo>
                    <a:pt x="355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564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37" y="0"/>
                  </a:moveTo>
                  <a:lnTo>
                    <a:pt x="111693" y="5086"/>
                  </a:lnTo>
                  <a:lnTo>
                    <a:pt x="75234" y="20154"/>
                  </a:lnTo>
                  <a:lnTo>
                    <a:pt x="44189" y="44235"/>
                  </a:lnTo>
                  <a:lnTo>
                    <a:pt x="20154" y="75603"/>
                  </a:lnTo>
                  <a:lnTo>
                    <a:pt x="5086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0" y="208655"/>
                  </a:lnTo>
                  <a:lnTo>
                    <a:pt x="31199" y="242742"/>
                  </a:lnTo>
                  <a:lnTo>
                    <a:pt x="59093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0" y="208655"/>
                  </a:lnTo>
                  <a:lnTo>
                    <a:pt x="300400" y="170651"/>
                  </a:lnTo>
                  <a:lnTo>
                    <a:pt x="301675" y="150837"/>
                  </a:lnTo>
                  <a:lnTo>
                    <a:pt x="300400" y="131036"/>
                  </a:lnTo>
                  <a:lnTo>
                    <a:pt x="290290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7564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6" y="111739"/>
                  </a:lnTo>
                  <a:lnTo>
                    <a:pt x="20154" y="75603"/>
                  </a:lnTo>
                  <a:lnTo>
                    <a:pt x="44189" y="44235"/>
                  </a:lnTo>
                  <a:lnTo>
                    <a:pt x="75234" y="20154"/>
                  </a:lnTo>
                  <a:lnTo>
                    <a:pt x="111693" y="5086"/>
                  </a:lnTo>
                  <a:lnTo>
                    <a:pt x="150837" y="0"/>
                  </a:lnTo>
                  <a:lnTo>
                    <a:pt x="189992" y="5086"/>
                  </a:lnTo>
                  <a:lnTo>
                    <a:pt x="226440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594" y="111739"/>
                  </a:lnTo>
                  <a:lnTo>
                    <a:pt x="301675" y="150837"/>
                  </a:lnTo>
                  <a:lnTo>
                    <a:pt x="300400" y="170651"/>
                  </a:lnTo>
                  <a:lnTo>
                    <a:pt x="296594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0" y="281520"/>
                  </a:lnTo>
                  <a:lnTo>
                    <a:pt x="189992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35" y="257490"/>
                  </a:lnTo>
                  <a:lnTo>
                    <a:pt x="20154" y="226440"/>
                  </a:lnTo>
                  <a:lnTo>
                    <a:pt x="5086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7786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1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423" y="1559420"/>
            <a:ext cx="82740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5080">
              <a:lnSpc>
                <a:spcPct val="100000"/>
              </a:lnSpc>
              <a:spcBef>
                <a:spcPts val="100"/>
              </a:spcBef>
            </a:pPr>
            <a:r>
              <a:rPr sz="1100" spc="-55" dirty="0">
                <a:solidFill>
                  <a:srgbClr val="1B2025"/>
                </a:solidFill>
                <a:latin typeface="Arial Black"/>
                <a:cs typeface="Arial Black"/>
              </a:rPr>
              <a:t>get_inpu </a:t>
            </a:r>
            <a:r>
              <a:rPr sz="1100" spc="-25" dirty="0">
                <a:solidFill>
                  <a:srgbClr val="1B2025"/>
                </a:solidFill>
                <a:latin typeface="Arial Black"/>
                <a:cs typeface="Arial Black"/>
              </a:rPr>
              <a:t>t()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5E666D"/>
                </a:solidFill>
                <a:latin typeface="Tahoma"/>
                <a:cs typeface="Tahoma"/>
              </a:rPr>
              <a:t>Checks</a:t>
            </a:r>
            <a:r>
              <a:rPr sz="900" spc="12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/>
                <a:cs typeface="Tahoma"/>
              </a:rPr>
              <a:t>input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33460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/>
                <a:cs typeface="Arial"/>
              </a:rPr>
              <a:t>→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81160" y="1413724"/>
            <a:ext cx="1332865" cy="1085850"/>
            <a:chOff x="2081160" y="1413724"/>
            <a:chExt cx="1332865" cy="1085850"/>
          </a:xfrm>
        </p:grpSpPr>
        <p:sp>
          <p:nvSpPr>
            <p:cNvPr id="20" name="object 20"/>
            <p:cNvSpPr/>
            <p:nvPr/>
          </p:nvSpPr>
          <p:spPr>
            <a:xfrm>
              <a:off x="208440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180365" y="0"/>
                  </a:moveTo>
                  <a:lnTo>
                    <a:pt x="133738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76" y="133375"/>
                  </a:lnTo>
                  <a:lnTo>
                    <a:pt x="355" y="179997"/>
                  </a:lnTo>
                  <a:lnTo>
                    <a:pt x="0" y="899274"/>
                  </a:lnTo>
                  <a:lnTo>
                    <a:pt x="1591" y="922856"/>
                  </a:lnTo>
                  <a:lnTo>
                    <a:pt x="13817" y="968125"/>
                  </a:lnTo>
                  <a:lnTo>
                    <a:pt x="37244" y="1008885"/>
                  </a:lnTo>
                  <a:lnTo>
                    <a:pt x="70390" y="1042026"/>
                  </a:lnTo>
                  <a:lnTo>
                    <a:pt x="111152" y="1065603"/>
                  </a:lnTo>
                  <a:lnTo>
                    <a:pt x="156420" y="1077730"/>
                  </a:lnTo>
                  <a:lnTo>
                    <a:pt x="179997" y="1079271"/>
                  </a:lnTo>
                  <a:lnTo>
                    <a:pt x="1146238" y="1079271"/>
                  </a:lnTo>
                  <a:lnTo>
                    <a:pt x="1169079" y="1077730"/>
                  </a:lnTo>
                  <a:lnTo>
                    <a:pt x="1169573" y="1077730"/>
                  </a:lnTo>
                  <a:lnTo>
                    <a:pt x="1215089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67" y="968125"/>
                  </a:lnTo>
                  <a:lnTo>
                    <a:pt x="1324694" y="922856"/>
                  </a:lnTo>
                  <a:lnTo>
                    <a:pt x="1326235" y="899274"/>
                  </a:lnTo>
                  <a:lnTo>
                    <a:pt x="1326211" y="179997"/>
                  </a:lnTo>
                  <a:lnTo>
                    <a:pt x="1319982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0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8C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8440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355" y="179997"/>
                  </a:moveTo>
                  <a:lnTo>
                    <a:pt x="1897" y="156414"/>
                  </a:lnTo>
                  <a:lnTo>
                    <a:pt x="6476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38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0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2" y="133737"/>
                  </a:lnTo>
                  <a:lnTo>
                    <a:pt x="1326235" y="180352"/>
                  </a:lnTo>
                  <a:lnTo>
                    <a:pt x="1326235" y="899274"/>
                  </a:lnTo>
                  <a:lnTo>
                    <a:pt x="1324694" y="922856"/>
                  </a:lnTo>
                  <a:lnTo>
                    <a:pt x="1320115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0" y="1073018"/>
                  </a:lnTo>
                  <a:lnTo>
                    <a:pt x="1146238" y="1079271"/>
                  </a:lnTo>
                  <a:lnTo>
                    <a:pt x="179997" y="1079271"/>
                  </a:lnTo>
                  <a:lnTo>
                    <a:pt x="133381" y="1073151"/>
                  </a:lnTo>
                  <a:lnTo>
                    <a:pt x="90004" y="1055154"/>
                  </a:lnTo>
                  <a:lnTo>
                    <a:pt x="52736" y="1026536"/>
                  </a:lnTo>
                  <a:lnTo>
                    <a:pt x="24117" y="989279"/>
                  </a:lnTo>
                  <a:lnTo>
                    <a:pt x="6253" y="945895"/>
                  </a:lnTo>
                  <a:lnTo>
                    <a:pt x="0" y="899274"/>
                  </a:lnTo>
                  <a:lnTo>
                    <a:pt x="355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5747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150837" y="0"/>
                  </a:moveTo>
                  <a:lnTo>
                    <a:pt x="111739" y="5086"/>
                  </a:lnTo>
                  <a:lnTo>
                    <a:pt x="75603" y="20154"/>
                  </a:lnTo>
                  <a:lnTo>
                    <a:pt x="44242" y="44235"/>
                  </a:lnTo>
                  <a:lnTo>
                    <a:pt x="20167" y="75603"/>
                  </a:lnTo>
                  <a:lnTo>
                    <a:pt x="5087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6" y="208655"/>
                  </a:lnTo>
                  <a:lnTo>
                    <a:pt x="31210" y="242742"/>
                  </a:lnTo>
                  <a:lnTo>
                    <a:pt x="59095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2" y="208655"/>
                  </a:lnTo>
                  <a:lnTo>
                    <a:pt x="300410" y="170651"/>
                  </a:lnTo>
                  <a:lnTo>
                    <a:pt x="301688" y="150837"/>
                  </a:lnTo>
                  <a:lnTo>
                    <a:pt x="300410" y="131036"/>
                  </a:lnTo>
                  <a:lnTo>
                    <a:pt x="290292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5747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7" y="111739"/>
                  </a:lnTo>
                  <a:lnTo>
                    <a:pt x="20167" y="75603"/>
                  </a:lnTo>
                  <a:lnTo>
                    <a:pt x="44242" y="44235"/>
                  </a:lnTo>
                  <a:lnTo>
                    <a:pt x="75603" y="20154"/>
                  </a:lnTo>
                  <a:lnTo>
                    <a:pt x="111739" y="5086"/>
                  </a:lnTo>
                  <a:lnTo>
                    <a:pt x="150837" y="0"/>
                  </a:lnTo>
                  <a:lnTo>
                    <a:pt x="189991" y="5086"/>
                  </a:lnTo>
                  <a:lnTo>
                    <a:pt x="226441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600" y="111739"/>
                  </a:lnTo>
                  <a:lnTo>
                    <a:pt x="301688" y="150837"/>
                  </a:lnTo>
                  <a:lnTo>
                    <a:pt x="300410" y="170651"/>
                  </a:lnTo>
                  <a:lnTo>
                    <a:pt x="296600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1" y="281520"/>
                  </a:lnTo>
                  <a:lnTo>
                    <a:pt x="189992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42" y="257490"/>
                  </a:lnTo>
                  <a:lnTo>
                    <a:pt x="20167" y="226440"/>
                  </a:lnTo>
                  <a:lnTo>
                    <a:pt x="5087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259622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34145" y="1559420"/>
            <a:ext cx="910590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marR="5080">
              <a:lnSpc>
                <a:spcPct val="100000"/>
              </a:lnSpc>
              <a:spcBef>
                <a:spcPts val="100"/>
              </a:spcBef>
            </a:pPr>
            <a:r>
              <a:rPr sz="1100" spc="-65" dirty="0">
                <a:solidFill>
                  <a:srgbClr val="1B2025"/>
                </a:solidFill>
                <a:latin typeface="Arial Black"/>
                <a:cs typeface="Arial Black"/>
              </a:rPr>
              <a:t>get_word </a:t>
            </a:r>
            <a:r>
              <a:rPr sz="1100" spc="-25" dirty="0">
                <a:solidFill>
                  <a:srgbClr val="1B2025"/>
                </a:solidFill>
                <a:latin typeface="Arial Black"/>
                <a:cs typeface="Arial Black"/>
              </a:rPr>
              <a:t>s()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5E666D"/>
                </a:solidFill>
                <a:latin typeface="Tahoma"/>
                <a:cs typeface="Tahoma"/>
              </a:rPr>
              <a:t>Collects</a:t>
            </a:r>
            <a:r>
              <a:rPr sz="900" spc="17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/>
                <a:cs typeface="Tahoma"/>
              </a:rPr>
              <a:t>words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15296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/>
                <a:cs typeface="Arial"/>
              </a:rPr>
              <a:t>→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662996" y="1413724"/>
            <a:ext cx="1332865" cy="1085850"/>
            <a:chOff x="3662996" y="1413724"/>
            <a:chExt cx="1332865" cy="1085850"/>
          </a:xfrm>
        </p:grpSpPr>
        <p:sp>
          <p:nvSpPr>
            <p:cNvPr id="28" name="object 28"/>
            <p:cNvSpPr/>
            <p:nvPr/>
          </p:nvSpPr>
          <p:spPr>
            <a:xfrm>
              <a:off x="3666236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180365" y="0"/>
                  </a:moveTo>
                  <a:lnTo>
                    <a:pt x="133743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88" y="133375"/>
                  </a:lnTo>
                  <a:lnTo>
                    <a:pt x="368" y="179997"/>
                  </a:lnTo>
                  <a:lnTo>
                    <a:pt x="0" y="899274"/>
                  </a:lnTo>
                  <a:lnTo>
                    <a:pt x="1593" y="922856"/>
                  </a:lnTo>
                  <a:lnTo>
                    <a:pt x="13828" y="968125"/>
                  </a:lnTo>
                  <a:lnTo>
                    <a:pt x="37257" y="1008885"/>
                  </a:lnTo>
                  <a:lnTo>
                    <a:pt x="70398" y="1042026"/>
                  </a:lnTo>
                  <a:lnTo>
                    <a:pt x="111152" y="1065603"/>
                  </a:lnTo>
                  <a:lnTo>
                    <a:pt x="156425" y="1077730"/>
                  </a:lnTo>
                  <a:lnTo>
                    <a:pt x="180009" y="1079271"/>
                  </a:lnTo>
                  <a:lnTo>
                    <a:pt x="1146238" y="1079271"/>
                  </a:lnTo>
                  <a:lnTo>
                    <a:pt x="1169081" y="1077730"/>
                  </a:lnTo>
                  <a:lnTo>
                    <a:pt x="1169575" y="1077730"/>
                  </a:lnTo>
                  <a:lnTo>
                    <a:pt x="1215095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75" y="968125"/>
                  </a:lnTo>
                  <a:lnTo>
                    <a:pt x="1324706" y="922856"/>
                  </a:lnTo>
                  <a:lnTo>
                    <a:pt x="1326248" y="899274"/>
                  </a:lnTo>
                  <a:lnTo>
                    <a:pt x="1326224" y="179997"/>
                  </a:lnTo>
                  <a:lnTo>
                    <a:pt x="1319988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4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66236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4" h="1079500">
                  <a:moveTo>
                    <a:pt x="368" y="179997"/>
                  </a:moveTo>
                  <a:lnTo>
                    <a:pt x="1909" y="156414"/>
                  </a:lnTo>
                  <a:lnTo>
                    <a:pt x="6488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43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4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8" y="133737"/>
                  </a:lnTo>
                  <a:lnTo>
                    <a:pt x="1326248" y="180352"/>
                  </a:lnTo>
                  <a:lnTo>
                    <a:pt x="1326248" y="899274"/>
                  </a:lnTo>
                  <a:lnTo>
                    <a:pt x="1324706" y="922856"/>
                  </a:lnTo>
                  <a:lnTo>
                    <a:pt x="1320126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4" y="1073018"/>
                  </a:lnTo>
                  <a:lnTo>
                    <a:pt x="1146238" y="1079271"/>
                  </a:lnTo>
                  <a:lnTo>
                    <a:pt x="180009" y="1079271"/>
                  </a:lnTo>
                  <a:lnTo>
                    <a:pt x="133383" y="1073151"/>
                  </a:lnTo>
                  <a:lnTo>
                    <a:pt x="90004" y="1055154"/>
                  </a:lnTo>
                  <a:lnTo>
                    <a:pt x="52747" y="1026536"/>
                  </a:lnTo>
                  <a:lnTo>
                    <a:pt x="24129" y="989279"/>
                  </a:lnTo>
                  <a:lnTo>
                    <a:pt x="6259" y="945895"/>
                  </a:lnTo>
                  <a:lnTo>
                    <a:pt x="0" y="899274"/>
                  </a:lnTo>
                  <a:lnTo>
                    <a:pt x="368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3968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150837" y="0"/>
                  </a:moveTo>
                  <a:lnTo>
                    <a:pt x="111739" y="5086"/>
                  </a:lnTo>
                  <a:lnTo>
                    <a:pt x="75603" y="20154"/>
                  </a:lnTo>
                  <a:lnTo>
                    <a:pt x="44235" y="44235"/>
                  </a:lnTo>
                  <a:lnTo>
                    <a:pt x="20154" y="75603"/>
                  </a:lnTo>
                  <a:lnTo>
                    <a:pt x="5086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0" y="208655"/>
                  </a:lnTo>
                  <a:lnTo>
                    <a:pt x="31199" y="242742"/>
                  </a:lnTo>
                  <a:lnTo>
                    <a:pt x="59093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0" y="208655"/>
                  </a:lnTo>
                  <a:lnTo>
                    <a:pt x="300400" y="170651"/>
                  </a:lnTo>
                  <a:lnTo>
                    <a:pt x="301675" y="150837"/>
                  </a:lnTo>
                  <a:lnTo>
                    <a:pt x="300400" y="131036"/>
                  </a:lnTo>
                  <a:lnTo>
                    <a:pt x="290290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39680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6" y="111739"/>
                  </a:lnTo>
                  <a:lnTo>
                    <a:pt x="20154" y="75603"/>
                  </a:lnTo>
                  <a:lnTo>
                    <a:pt x="44235" y="44235"/>
                  </a:lnTo>
                  <a:lnTo>
                    <a:pt x="75603" y="20154"/>
                  </a:lnTo>
                  <a:lnTo>
                    <a:pt x="111739" y="5086"/>
                  </a:lnTo>
                  <a:lnTo>
                    <a:pt x="150837" y="0"/>
                  </a:lnTo>
                  <a:lnTo>
                    <a:pt x="189991" y="5086"/>
                  </a:lnTo>
                  <a:lnTo>
                    <a:pt x="226440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594" y="111739"/>
                  </a:lnTo>
                  <a:lnTo>
                    <a:pt x="301675" y="150837"/>
                  </a:lnTo>
                  <a:lnTo>
                    <a:pt x="300400" y="170651"/>
                  </a:lnTo>
                  <a:lnTo>
                    <a:pt x="296594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0" y="281520"/>
                  </a:lnTo>
                  <a:lnTo>
                    <a:pt x="189991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35" y="257490"/>
                  </a:lnTo>
                  <a:lnTo>
                    <a:pt x="20154" y="226440"/>
                  </a:lnTo>
                  <a:lnTo>
                    <a:pt x="5086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841826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55376" y="1559420"/>
            <a:ext cx="62166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60" dirty="0">
                <a:solidFill>
                  <a:srgbClr val="1B2025"/>
                </a:solidFill>
                <a:latin typeface="Arial Black"/>
                <a:cs typeface="Arial Black"/>
              </a:rPr>
              <a:t>story_on </a:t>
            </a:r>
            <a:r>
              <a:rPr sz="1100" spc="-10" dirty="0">
                <a:solidFill>
                  <a:srgbClr val="1B2025"/>
                </a:solidFill>
                <a:latin typeface="Arial Black"/>
                <a:cs typeface="Arial Black"/>
              </a:rPr>
              <a:t>e/two/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55376" y="1894941"/>
            <a:ext cx="499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1B2025"/>
                </a:solidFill>
                <a:latin typeface="Arial Black"/>
                <a:cs typeface="Arial Black"/>
              </a:rPr>
              <a:t>three()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43337" y="2007260"/>
            <a:ext cx="7461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10" dirty="0">
                <a:solidFill>
                  <a:srgbClr val="5E666D"/>
                </a:solidFill>
                <a:latin typeface="Tahoma"/>
                <a:cs typeface="Tahoma"/>
              </a:rPr>
              <a:t>Builds</a:t>
            </a:r>
            <a:r>
              <a:rPr sz="900" spc="13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/>
                <a:cs typeface="Tahoma"/>
              </a:rPr>
              <a:t>stories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97500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/>
                <a:cs typeface="Arial"/>
              </a:rPr>
              <a:t>→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245200" y="1413724"/>
            <a:ext cx="1332865" cy="1085850"/>
            <a:chOff x="5245200" y="1413724"/>
            <a:chExt cx="1332865" cy="1085850"/>
          </a:xfrm>
        </p:grpSpPr>
        <p:sp>
          <p:nvSpPr>
            <p:cNvPr id="38" name="object 38"/>
            <p:cNvSpPr/>
            <p:nvPr/>
          </p:nvSpPr>
          <p:spPr>
            <a:xfrm>
              <a:off x="524844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180365" y="0"/>
                  </a:moveTo>
                  <a:lnTo>
                    <a:pt x="133738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76" y="133375"/>
                  </a:lnTo>
                  <a:lnTo>
                    <a:pt x="355" y="179997"/>
                  </a:lnTo>
                  <a:lnTo>
                    <a:pt x="0" y="899274"/>
                  </a:lnTo>
                  <a:lnTo>
                    <a:pt x="1591" y="922856"/>
                  </a:lnTo>
                  <a:lnTo>
                    <a:pt x="13817" y="968125"/>
                  </a:lnTo>
                  <a:lnTo>
                    <a:pt x="37244" y="1008885"/>
                  </a:lnTo>
                  <a:lnTo>
                    <a:pt x="70390" y="1042026"/>
                  </a:lnTo>
                  <a:lnTo>
                    <a:pt x="111152" y="1065603"/>
                  </a:lnTo>
                  <a:lnTo>
                    <a:pt x="156420" y="1077730"/>
                  </a:lnTo>
                  <a:lnTo>
                    <a:pt x="179997" y="1079271"/>
                  </a:lnTo>
                  <a:lnTo>
                    <a:pt x="1146238" y="1079271"/>
                  </a:lnTo>
                  <a:lnTo>
                    <a:pt x="1169079" y="1077730"/>
                  </a:lnTo>
                  <a:lnTo>
                    <a:pt x="1169573" y="1077730"/>
                  </a:lnTo>
                  <a:lnTo>
                    <a:pt x="1215089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67" y="968125"/>
                  </a:lnTo>
                  <a:lnTo>
                    <a:pt x="1324694" y="922856"/>
                  </a:lnTo>
                  <a:lnTo>
                    <a:pt x="1326235" y="899274"/>
                  </a:lnTo>
                  <a:lnTo>
                    <a:pt x="1326211" y="179997"/>
                  </a:lnTo>
                  <a:lnTo>
                    <a:pt x="1319982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0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8CE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48440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355" y="179997"/>
                  </a:moveTo>
                  <a:lnTo>
                    <a:pt x="1897" y="156414"/>
                  </a:lnTo>
                  <a:lnTo>
                    <a:pt x="6476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38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0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2" y="133737"/>
                  </a:lnTo>
                  <a:lnTo>
                    <a:pt x="1326235" y="180352"/>
                  </a:lnTo>
                  <a:lnTo>
                    <a:pt x="1326235" y="899274"/>
                  </a:lnTo>
                  <a:lnTo>
                    <a:pt x="1324694" y="922856"/>
                  </a:lnTo>
                  <a:lnTo>
                    <a:pt x="1320115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0" y="1073018"/>
                  </a:lnTo>
                  <a:lnTo>
                    <a:pt x="1146238" y="1079271"/>
                  </a:lnTo>
                  <a:lnTo>
                    <a:pt x="179997" y="1079271"/>
                  </a:lnTo>
                  <a:lnTo>
                    <a:pt x="133381" y="1073151"/>
                  </a:lnTo>
                  <a:lnTo>
                    <a:pt x="90004" y="1055154"/>
                  </a:lnTo>
                  <a:lnTo>
                    <a:pt x="52736" y="1026536"/>
                  </a:lnTo>
                  <a:lnTo>
                    <a:pt x="24117" y="989279"/>
                  </a:lnTo>
                  <a:lnTo>
                    <a:pt x="6253" y="945895"/>
                  </a:lnTo>
                  <a:lnTo>
                    <a:pt x="0" y="899274"/>
                  </a:lnTo>
                  <a:lnTo>
                    <a:pt x="355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2151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150837" y="0"/>
                  </a:moveTo>
                  <a:lnTo>
                    <a:pt x="111739" y="5086"/>
                  </a:lnTo>
                  <a:lnTo>
                    <a:pt x="75603" y="20154"/>
                  </a:lnTo>
                  <a:lnTo>
                    <a:pt x="44242" y="44235"/>
                  </a:lnTo>
                  <a:lnTo>
                    <a:pt x="20167" y="75603"/>
                  </a:lnTo>
                  <a:lnTo>
                    <a:pt x="5087" y="111739"/>
                  </a:lnTo>
                  <a:lnTo>
                    <a:pt x="0" y="150837"/>
                  </a:lnTo>
                  <a:lnTo>
                    <a:pt x="1277" y="170651"/>
                  </a:lnTo>
                  <a:lnTo>
                    <a:pt x="11396" y="208655"/>
                  </a:lnTo>
                  <a:lnTo>
                    <a:pt x="31210" y="242742"/>
                  </a:lnTo>
                  <a:lnTo>
                    <a:pt x="59095" y="270484"/>
                  </a:lnTo>
                  <a:lnTo>
                    <a:pt x="93182" y="290290"/>
                  </a:lnTo>
                  <a:lnTo>
                    <a:pt x="131036" y="300400"/>
                  </a:lnTo>
                  <a:lnTo>
                    <a:pt x="150837" y="301675"/>
                  </a:lnTo>
                  <a:lnTo>
                    <a:pt x="170651" y="300400"/>
                  </a:lnTo>
                  <a:lnTo>
                    <a:pt x="208655" y="290290"/>
                  </a:lnTo>
                  <a:lnTo>
                    <a:pt x="242742" y="270484"/>
                  </a:lnTo>
                  <a:lnTo>
                    <a:pt x="270484" y="242742"/>
                  </a:lnTo>
                  <a:lnTo>
                    <a:pt x="290292" y="208655"/>
                  </a:lnTo>
                  <a:lnTo>
                    <a:pt x="300410" y="170651"/>
                  </a:lnTo>
                  <a:lnTo>
                    <a:pt x="301688" y="150837"/>
                  </a:lnTo>
                  <a:lnTo>
                    <a:pt x="300410" y="131036"/>
                  </a:lnTo>
                  <a:lnTo>
                    <a:pt x="290292" y="93182"/>
                  </a:lnTo>
                  <a:lnTo>
                    <a:pt x="270484" y="59093"/>
                  </a:lnTo>
                  <a:lnTo>
                    <a:pt x="242742" y="31199"/>
                  </a:lnTo>
                  <a:lnTo>
                    <a:pt x="208655" y="11390"/>
                  </a:lnTo>
                  <a:lnTo>
                    <a:pt x="170651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21516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0" y="150837"/>
                  </a:moveTo>
                  <a:lnTo>
                    <a:pt x="1277" y="131036"/>
                  </a:lnTo>
                  <a:lnTo>
                    <a:pt x="5087" y="111739"/>
                  </a:lnTo>
                  <a:lnTo>
                    <a:pt x="20167" y="75603"/>
                  </a:lnTo>
                  <a:lnTo>
                    <a:pt x="44242" y="44235"/>
                  </a:lnTo>
                  <a:lnTo>
                    <a:pt x="75603" y="20154"/>
                  </a:lnTo>
                  <a:lnTo>
                    <a:pt x="111739" y="5086"/>
                  </a:lnTo>
                  <a:lnTo>
                    <a:pt x="150837" y="0"/>
                  </a:lnTo>
                  <a:lnTo>
                    <a:pt x="189992" y="5086"/>
                  </a:lnTo>
                  <a:lnTo>
                    <a:pt x="226440" y="20154"/>
                  </a:lnTo>
                  <a:lnTo>
                    <a:pt x="257490" y="44235"/>
                  </a:lnTo>
                  <a:lnTo>
                    <a:pt x="281520" y="75603"/>
                  </a:lnTo>
                  <a:lnTo>
                    <a:pt x="296600" y="111739"/>
                  </a:lnTo>
                  <a:lnTo>
                    <a:pt x="301688" y="150837"/>
                  </a:lnTo>
                  <a:lnTo>
                    <a:pt x="300410" y="170651"/>
                  </a:lnTo>
                  <a:lnTo>
                    <a:pt x="296600" y="189992"/>
                  </a:lnTo>
                  <a:lnTo>
                    <a:pt x="281520" y="226440"/>
                  </a:lnTo>
                  <a:lnTo>
                    <a:pt x="257490" y="257490"/>
                  </a:lnTo>
                  <a:lnTo>
                    <a:pt x="226440" y="281520"/>
                  </a:lnTo>
                  <a:lnTo>
                    <a:pt x="189991" y="296594"/>
                  </a:lnTo>
                  <a:lnTo>
                    <a:pt x="150837" y="301675"/>
                  </a:lnTo>
                  <a:lnTo>
                    <a:pt x="111739" y="296594"/>
                  </a:lnTo>
                  <a:lnTo>
                    <a:pt x="75603" y="281520"/>
                  </a:lnTo>
                  <a:lnTo>
                    <a:pt x="44242" y="257490"/>
                  </a:lnTo>
                  <a:lnTo>
                    <a:pt x="20167" y="226440"/>
                  </a:lnTo>
                  <a:lnTo>
                    <a:pt x="5087" y="189991"/>
                  </a:lnTo>
                  <a:lnTo>
                    <a:pt x="1277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423661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4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01779" y="1559420"/>
            <a:ext cx="878205" cy="610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marR="5080">
              <a:lnSpc>
                <a:spcPct val="100000"/>
              </a:lnSpc>
              <a:spcBef>
                <a:spcPts val="100"/>
              </a:spcBef>
            </a:pPr>
            <a:r>
              <a:rPr sz="1100" spc="-105" dirty="0">
                <a:solidFill>
                  <a:srgbClr val="1B2025"/>
                </a:solidFill>
                <a:latin typeface="Arial Black"/>
                <a:cs typeface="Arial Black"/>
              </a:rPr>
              <a:t>choose_s </a:t>
            </a:r>
            <a:r>
              <a:rPr sz="1100" spc="-10" dirty="0">
                <a:solidFill>
                  <a:srgbClr val="1B2025"/>
                </a:solidFill>
                <a:latin typeface="Arial Black"/>
                <a:cs typeface="Arial Black"/>
              </a:rPr>
              <a:t>tory()</a:t>
            </a:r>
            <a:endParaRPr sz="1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900" dirty="0">
                <a:solidFill>
                  <a:srgbClr val="5E666D"/>
                </a:solidFill>
                <a:latin typeface="Tahoma"/>
                <a:cs typeface="Tahoma"/>
              </a:rPr>
              <a:t>Selects</a:t>
            </a:r>
            <a:r>
              <a:rPr sz="900" spc="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5E666D"/>
                </a:solidFill>
                <a:latin typeface="Tahoma"/>
                <a:cs typeface="Tahoma"/>
              </a:rPr>
              <a:t>a</a:t>
            </a:r>
            <a:r>
              <a:rPr sz="900" spc="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5E666D"/>
                </a:solidFill>
                <a:latin typeface="Tahoma"/>
                <a:cs typeface="Tahoma"/>
              </a:rPr>
              <a:t>story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79336" y="1787652"/>
            <a:ext cx="2387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390" dirty="0">
                <a:solidFill>
                  <a:srgbClr val="173095"/>
                </a:solidFill>
                <a:latin typeface="Arial"/>
                <a:cs typeface="Arial"/>
              </a:rPr>
              <a:t>→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27035" y="1413724"/>
            <a:ext cx="1332865" cy="1085850"/>
            <a:chOff x="6827035" y="1413724"/>
            <a:chExt cx="1332865" cy="1085850"/>
          </a:xfrm>
        </p:grpSpPr>
        <p:sp>
          <p:nvSpPr>
            <p:cNvPr id="46" name="object 46"/>
            <p:cNvSpPr/>
            <p:nvPr/>
          </p:nvSpPr>
          <p:spPr>
            <a:xfrm>
              <a:off x="6830275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180365" y="0"/>
                  </a:moveTo>
                  <a:lnTo>
                    <a:pt x="133743" y="6253"/>
                  </a:lnTo>
                  <a:lnTo>
                    <a:pt x="90360" y="24117"/>
                  </a:lnTo>
                  <a:lnTo>
                    <a:pt x="53103" y="52735"/>
                  </a:lnTo>
                  <a:lnTo>
                    <a:pt x="24485" y="89992"/>
                  </a:lnTo>
                  <a:lnTo>
                    <a:pt x="6488" y="133375"/>
                  </a:lnTo>
                  <a:lnTo>
                    <a:pt x="368" y="179997"/>
                  </a:lnTo>
                  <a:lnTo>
                    <a:pt x="0" y="899274"/>
                  </a:lnTo>
                  <a:lnTo>
                    <a:pt x="1593" y="922856"/>
                  </a:lnTo>
                  <a:lnTo>
                    <a:pt x="13828" y="968125"/>
                  </a:lnTo>
                  <a:lnTo>
                    <a:pt x="37257" y="1008885"/>
                  </a:lnTo>
                  <a:lnTo>
                    <a:pt x="70398" y="1042026"/>
                  </a:lnTo>
                  <a:lnTo>
                    <a:pt x="111152" y="1065603"/>
                  </a:lnTo>
                  <a:lnTo>
                    <a:pt x="156425" y="1077730"/>
                  </a:lnTo>
                  <a:lnTo>
                    <a:pt x="180009" y="1079271"/>
                  </a:lnTo>
                  <a:lnTo>
                    <a:pt x="1146238" y="1079271"/>
                  </a:lnTo>
                  <a:lnTo>
                    <a:pt x="1169081" y="1077730"/>
                  </a:lnTo>
                  <a:lnTo>
                    <a:pt x="1169575" y="1077730"/>
                  </a:lnTo>
                  <a:lnTo>
                    <a:pt x="1215095" y="1065453"/>
                  </a:lnTo>
                  <a:lnTo>
                    <a:pt x="1255850" y="1042026"/>
                  </a:lnTo>
                  <a:lnTo>
                    <a:pt x="1288991" y="1008885"/>
                  </a:lnTo>
                  <a:lnTo>
                    <a:pt x="1312575" y="968125"/>
                  </a:lnTo>
                  <a:lnTo>
                    <a:pt x="1324706" y="922856"/>
                  </a:lnTo>
                  <a:lnTo>
                    <a:pt x="1326248" y="899274"/>
                  </a:lnTo>
                  <a:lnTo>
                    <a:pt x="1326224" y="179997"/>
                  </a:lnTo>
                  <a:lnTo>
                    <a:pt x="1319988" y="133737"/>
                  </a:lnTo>
                  <a:lnTo>
                    <a:pt x="1302118" y="90360"/>
                  </a:lnTo>
                  <a:lnTo>
                    <a:pt x="1273500" y="53092"/>
                  </a:lnTo>
                  <a:lnTo>
                    <a:pt x="1236243" y="24472"/>
                  </a:lnTo>
                  <a:lnTo>
                    <a:pt x="1192864" y="6475"/>
                  </a:lnTo>
                  <a:lnTo>
                    <a:pt x="1146238" y="355"/>
                  </a:lnTo>
                  <a:lnTo>
                    <a:pt x="180365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30275" y="1416964"/>
              <a:ext cx="1326515" cy="1079500"/>
            </a:xfrm>
            <a:custGeom>
              <a:avLst/>
              <a:gdLst/>
              <a:ahLst/>
              <a:cxnLst/>
              <a:rect l="l" t="t" r="r" b="b"/>
              <a:pathLst>
                <a:path w="1326515" h="1079500">
                  <a:moveTo>
                    <a:pt x="368" y="179997"/>
                  </a:moveTo>
                  <a:lnTo>
                    <a:pt x="1909" y="156414"/>
                  </a:lnTo>
                  <a:lnTo>
                    <a:pt x="6488" y="133375"/>
                  </a:lnTo>
                  <a:lnTo>
                    <a:pt x="24485" y="89992"/>
                  </a:lnTo>
                  <a:lnTo>
                    <a:pt x="53103" y="52735"/>
                  </a:lnTo>
                  <a:lnTo>
                    <a:pt x="90360" y="24117"/>
                  </a:lnTo>
                  <a:lnTo>
                    <a:pt x="133743" y="6253"/>
                  </a:lnTo>
                  <a:lnTo>
                    <a:pt x="180365" y="0"/>
                  </a:lnTo>
                  <a:lnTo>
                    <a:pt x="1146238" y="355"/>
                  </a:lnTo>
                  <a:lnTo>
                    <a:pt x="1192864" y="6475"/>
                  </a:lnTo>
                  <a:lnTo>
                    <a:pt x="1236243" y="24472"/>
                  </a:lnTo>
                  <a:lnTo>
                    <a:pt x="1273500" y="53092"/>
                  </a:lnTo>
                  <a:lnTo>
                    <a:pt x="1302118" y="90360"/>
                  </a:lnTo>
                  <a:lnTo>
                    <a:pt x="1319988" y="133737"/>
                  </a:lnTo>
                  <a:lnTo>
                    <a:pt x="1326248" y="180352"/>
                  </a:lnTo>
                  <a:lnTo>
                    <a:pt x="1326248" y="899274"/>
                  </a:lnTo>
                  <a:lnTo>
                    <a:pt x="1324706" y="922856"/>
                  </a:lnTo>
                  <a:lnTo>
                    <a:pt x="1320126" y="945895"/>
                  </a:lnTo>
                  <a:lnTo>
                    <a:pt x="1302118" y="989279"/>
                  </a:lnTo>
                  <a:lnTo>
                    <a:pt x="1273500" y="1026536"/>
                  </a:lnTo>
                  <a:lnTo>
                    <a:pt x="1236243" y="1055154"/>
                  </a:lnTo>
                  <a:lnTo>
                    <a:pt x="1192864" y="1073018"/>
                  </a:lnTo>
                  <a:lnTo>
                    <a:pt x="1146238" y="1079271"/>
                  </a:lnTo>
                  <a:lnTo>
                    <a:pt x="180009" y="1079271"/>
                  </a:lnTo>
                  <a:lnTo>
                    <a:pt x="133383" y="1073151"/>
                  </a:lnTo>
                  <a:lnTo>
                    <a:pt x="90004" y="1055154"/>
                  </a:lnTo>
                  <a:lnTo>
                    <a:pt x="52747" y="1026536"/>
                  </a:lnTo>
                  <a:lnTo>
                    <a:pt x="24129" y="989279"/>
                  </a:lnTo>
                  <a:lnTo>
                    <a:pt x="6259" y="945895"/>
                  </a:lnTo>
                  <a:lnTo>
                    <a:pt x="0" y="899274"/>
                  </a:lnTo>
                  <a:lnTo>
                    <a:pt x="368" y="179997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903364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150837" y="0"/>
                  </a:moveTo>
                  <a:lnTo>
                    <a:pt x="111728" y="5086"/>
                  </a:lnTo>
                  <a:lnTo>
                    <a:pt x="75590" y="20154"/>
                  </a:lnTo>
                  <a:lnTo>
                    <a:pt x="44229" y="44235"/>
                  </a:lnTo>
                  <a:lnTo>
                    <a:pt x="20154" y="75603"/>
                  </a:lnTo>
                  <a:lnTo>
                    <a:pt x="5081" y="111739"/>
                  </a:lnTo>
                  <a:lnTo>
                    <a:pt x="0" y="150837"/>
                  </a:lnTo>
                  <a:lnTo>
                    <a:pt x="1275" y="170651"/>
                  </a:lnTo>
                  <a:lnTo>
                    <a:pt x="11385" y="208655"/>
                  </a:lnTo>
                  <a:lnTo>
                    <a:pt x="31197" y="242742"/>
                  </a:lnTo>
                  <a:lnTo>
                    <a:pt x="59082" y="270484"/>
                  </a:lnTo>
                  <a:lnTo>
                    <a:pt x="93169" y="290290"/>
                  </a:lnTo>
                  <a:lnTo>
                    <a:pt x="131029" y="300400"/>
                  </a:lnTo>
                  <a:lnTo>
                    <a:pt x="150837" y="301675"/>
                  </a:lnTo>
                  <a:lnTo>
                    <a:pt x="170644" y="300400"/>
                  </a:lnTo>
                  <a:lnTo>
                    <a:pt x="208648" y="290290"/>
                  </a:lnTo>
                  <a:lnTo>
                    <a:pt x="242737" y="270484"/>
                  </a:lnTo>
                  <a:lnTo>
                    <a:pt x="270482" y="242742"/>
                  </a:lnTo>
                  <a:lnTo>
                    <a:pt x="290285" y="208655"/>
                  </a:lnTo>
                  <a:lnTo>
                    <a:pt x="300398" y="170651"/>
                  </a:lnTo>
                  <a:lnTo>
                    <a:pt x="301675" y="150837"/>
                  </a:lnTo>
                  <a:lnTo>
                    <a:pt x="300398" y="131036"/>
                  </a:lnTo>
                  <a:lnTo>
                    <a:pt x="290285" y="93182"/>
                  </a:lnTo>
                  <a:lnTo>
                    <a:pt x="270482" y="59093"/>
                  </a:lnTo>
                  <a:lnTo>
                    <a:pt x="242737" y="31199"/>
                  </a:lnTo>
                  <a:lnTo>
                    <a:pt x="208648" y="11390"/>
                  </a:lnTo>
                  <a:lnTo>
                    <a:pt x="170644" y="1277"/>
                  </a:lnTo>
                  <a:lnTo>
                    <a:pt x="150837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903364" y="1535760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59" h="302260">
                  <a:moveTo>
                    <a:pt x="0" y="150837"/>
                  </a:moveTo>
                  <a:lnTo>
                    <a:pt x="1275" y="131036"/>
                  </a:lnTo>
                  <a:lnTo>
                    <a:pt x="5081" y="111739"/>
                  </a:lnTo>
                  <a:lnTo>
                    <a:pt x="20154" y="75603"/>
                  </a:lnTo>
                  <a:lnTo>
                    <a:pt x="44229" y="44235"/>
                  </a:lnTo>
                  <a:lnTo>
                    <a:pt x="75590" y="20154"/>
                  </a:lnTo>
                  <a:lnTo>
                    <a:pt x="111728" y="5086"/>
                  </a:lnTo>
                  <a:lnTo>
                    <a:pt x="150837" y="0"/>
                  </a:lnTo>
                  <a:lnTo>
                    <a:pt x="189982" y="5086"/>
                  </a:lnTo>
                  <a:lnTo>
                    <a:pt x="226441" y="20154"/>
                  </a:lnTo>
                  <a:lnTo>
                    <a:pt x="257486" y="44235"/>
                  </a:lnTo>
                  <a:lnTo>
                    <a:pt x="281520" y="75603"/>
                  </a:lnTo>
                  <a:lnTo>
                    <a:pt x="296589" y="111739"/>
                  </a:lnTo>
                  <a:lnTo>
                    <a:pt x="301675" y="150837"/>
                  </a:lnTo>
                  <a:lnTo>
                    <a:pt x="300398" y="170651"/>
                  </a:lnTo>
                  <a:lnTo>
                    <a:pt x="296589" y="189992"/>
                  </a:lnTo>
                  <a:lnTo>
                    <a:pt x="281520" y="226440"/>
                  </a:lnTo>
                  <a:lnTo>
                    <a:pt x="257486" y="257490"/>
                  </a:lnTo>
                  <a:lnTo>
                    <a:pt x="226441" y="281520"/>
                  </a:lnTo>
                  <a:lnTo>
                    <a:pt x="189982" y="296594"/>
                  </a:lnTo>
                  <a:lnTo>
                    <a:pt x="150837" y="301675"/>
                  </a:lnTo>
                  <a:lnTo>
                    <a:pt x="111728" y="296594"/>
                  </a:lnTo>
                  <a:lnTo>
                    <a:pt x="75590" y="281520"/>
                  </a:lnTo>
                  <a:lnTo>
                    <a:pt x="44229" y="257490"/>
                  </a:lnTo>
                  <a:lnTo>
                    <a:pt x="20154" y="226440"/>
                  </a:lnTo>
                  <a:lnTo>
                    <a:pt x="5081" y="189991"/>
                  </a:lnTo>
                  <a:lnTo>
                    <a:pt x="1275" y="170651"/>
                  </a:lnTo>
                  <a:lnTo>
                    <a:pt x="0" y="150837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005497" y="1613788"/>
            <a:ext cx="9842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5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319416" y="1559420"/>
            <a:ext cx="47688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0" dirty="0">
                <a:solidFill>
                  <a:srgbClr val="1B2025"/>
                </a:solidFill>
                <a:latin typeface="Arial Black"/>
                <a:cs typeface="Arial Black"/>
              </a:rPr>
              <a:t>main()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31938" y="2007260"/>
            <a:ext cx="497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525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5E666D"/>
                </a:solidFill>
                <a:latin typeface="Tahoma"/>
                <a:cs typeface="Tahoma"/>
              </a:rPr>
              <a:t>Controls program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90764" y="3151084"/>
            <a:ext cx="7550784" cy="2494280"/>
            <a:chOff x="590764" y="3151084"/>
            <a:chExt cx="7550784" cy="2494280"/>
          </a:xfrm>
        </p:grpSpPr>
        <p:sp>
          <p:nvSpPr>
            <p:cNvPr id="54" name="object 54"/>
            <p:cNvSpPr/>
            <p:nvPr/>
          </p:nvSpPr>
          <p:spPr>
            <a:xfrm>
              <a:off x="594004" y="3154324"/>
              <a:ext cx="7544434" cy="2487930"/>
            </a:xfrm>
            <a:custGeom>
              <a:avLst/>
              <a:gdLst/>
              <a:ahLst/>
              <a:cxnLst/>
              <a:rect l="l" t="t" r="r" b="b"/>
              <a:pathLst>
                <a:path w="7544434" h="2487929">
                  <a:moveTo>
                    <a:pt x="415074" y="0"/>
                  </a:moveTo>
                  <a:lnTo>
                    <a:pt x="360704" y="3604"/>
                  </a:lnTo>
                  <a:lnTo>
                    <a:pt x="307616" y="14260"/>
                  </a:lnTo>
                  <a:lnTo>
                    <a:pt x="256306" y="31789"/>
                  </a:lnTo>
                  <a:lnTo>
                    <a:pt x="207721" y="55791"/>
                  </a:lnTo>
                  <a:lnTo>
                    <a:pt x="162451" y="86009"/>
                  </a:lnTo>
                  <a:lnTo>
                    <a:pt x="121764" y="121585"/>
                  </a:lnTo>
                  <a:lnTo>
                    <a:pt x="86009" y="162209"/>
                  </a:lnTo>
                  <a:lnTo>
                    <a:pt x="55791" y="207352"/>
                  </a:lnTo>
                  <a:lnTo>
                    <a:pt x="31789" y="256107"/>
                  </a:lnTo>
                  <a:lnTo>
                    <a:pt x="14438" y="307392"/>
                  </a:lnTo>
                  <a:lnTo>
                    <a:pt x="3904" y="360498"/>
                  </a:lnTo>
                  <a:lnTo>
                    <a:pt x="355" y="414718"/>
                  </a:lnTo>
                  <a:lnTo>
                    <a:pt x="0" y="2072881"/>
                  </a:lnTo>
                  <a:lnTo>
                    <a:pt x="3594" y="2127098"/>
                  </a:lnTo>
                  <a:lnTo>
                    <a:pt x="3604" y="2127249"/>
                  </a:lnTo>
                  <a:lnTo>
                    <a:pt x="14233" y="2180201"/>
                  </a:lnTo>
                  <a:lnTo>
                    <a:pt x="14260" y="2180334"/>
                  </a:lnTo>
                  <a:lnTo>
                    <a:pt x="31734" y="2231531"/>
                  </a:lnTo>
                  <a:lnTo>
                    <a:pt x="55791" y="2280234"/>
                  </a:lnTo>
                  <a:lnTo>
                    <a:pt x="85953" y="2325438"/>
                  </a:lnTo>
                  <a:lnTo>
                    <a:pt x="121585" y="2366184"/>
                  </a:lnTo>
                  <a:lnTo>
                    <a:pt x="162209" y="2401935"/>
                  </a:lnTo>
                  <a:lnTo>
                    <a:pt x="207352" y="2432151"/>
                  </a:lnTo>
                  <a:lnTo>
                    <a:pt x="256107" y="2456154"/>
                  </a:lnTo>
                  <a:lnTo>
                    <a:pt x="307392" y="2473510"/>
                  </a:lnTo>
                  <a:lnTo>
                    <a:pt x="360498" y="2484049"/>
                  </a:lnTo>
                  <a:lnTo>
                    <a:pt x="414718" y="2487599"/>
                  </a:lnTo>
                  <a:lnTo>
                    <a:pt x="7129437" y="2487599"/>
                  </a:lnTo>
                  <a:lnTo>
                    <a:pt x="7182968" y="2484049"/>
                  </a:lnTo>
                  <a:lnTo>
                    <a:pt x="7183529" y="2484049"/>
                  </a:lnTo>
                  <a:lnTo>
                    <a:pt x="7236894" y="2473332"/>
                  </a:lnTo>
                  <a:lnTo>
                    <a:pt x="7288092" y="2455854"/>
                  </a:lnTo>
                  <a:lnTo>
                    <a:pt x="7336789" y="2431796"/>
                  </a:lnTo>
                  <a:lnTo>
                    <a:pt x="7381996" y="2401635"/>
                  </a:lnTo>
                  <a:lnTo>
                    <a:pt x="7422746" y="2366006"/>
                  </a:lnTo>
                  <a:lnTo>
                    <a:pt x="7458452" y="2325438"/>
                  </a:lnTo>
                  <a:lnTo>
                    <a:pt x="7488720" y="2280234"/>
                  </a:lnTo>
                  <a:lnTo>
                    <a:pt x="7512696" y="2231531"/>
                  </a:lnTo>
                  <a:lnTo>
                    <a:pt x="7530027" y="2180334"/>
                  </a:lnTo>
                  <a:lnTo>
                    <a:pt x="7540577" y="2127249"/>
                  </a:lnTo>
                  <a:lnTo>
                    <a:pt x="7540606" y="2127098"/>
                  </a:lnTo>
                  <a:lnTo>
                    <a:pt x="7544155" y="2072881"/>
                  </a:lnTo>
                  <a:lnTo>
                    <a:pt x="7544132" y="414718"/>
                  </a:lnTo>
                  <a:lnTo>
                    <a:pt x="7540549" y="360704"/>
                  </a:lnTo>
                  <a:lnTo>
                    <a:pt x="7529888" y="307616"/>
                  </a:lnTo>
                  <a:lnTo>
                    <a:pt x="7512410" y="256418"/>
                  </a:lnTo>
                  <a:lnTo>
                    <a:pt x="7488351" y="207721"/>
                  </a:lnTo>
                  <a:lnTo>
                    <a:pt x="7458190" y="162515"/>
                  </a:lnTo>
                  <a:lnTo>
                    <a:pt x="7422562" y="121764"/>
                  </a:lnTo>
                  <a:lnTo>
                    <a:pt x="7381938" y="86009"/>
                  </a:lnTo>
                  <a:lnTo>
                    <a:pt x="7336789" y="55791"/>
                  </a:lnTo>
                  <a:lnTo>
                    <a:pt x="7288042" y="31789"/>
                  </a:lnTo>
                  <a:lnTo>
                    <a:pt x="7236761" y="14438"/>
                  </a:lnTo>
                  <a:lnTo>
                    <a:pt x="7183656" y="3904"/>
                  </a:lnTo>
                  <a:lnTo>
                    <a:pt x="7129437" y="355"/>
                  </a:lnTo>
                  <a:lnTo>
                    <a:pt x="415074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4004" y="3154324"/>
              <a:ext cx="7544434" cy="2487930"/>
            </a:xfrm>
            <a:custGeom>
              <a:avLst/>
              <a:gdLst/>
              <a:ahLst/>
              <a:cxnLst/>
              <a:rect l="l" t="t" r="r" b="b"/>
              <a:pathLst>
                <a:path w="7544434" h="2487929">
                  <a:moveTo>
                    <a:pt x="355" y="414718"/>
                  </a:moveTo>
                  <a:lnTo>
                    <a:pt x="3904" y="360498"/>
                  </a:lnTo>
                  <a:lnTo>
                    <a:pt x="14438" y="307392"/>
                  </a:lnTo>
                  <a:lnTo>
                    <a:pt x="31789" y="256107"/>
                  </a:lnTo>
                  <a:lnTo>
                    <a:pt x="55791" y="207352"/>
                  </a:lnTo>
                  <a:lnTo>
                    <a:pt x="86009" y="162209"/>
                  </a:lnTo>
                  <a:lnTo>
                    <a:pt x="121764" y="121585"/>
                  </a:lnTo>
                  <a:lnTo>
                    <a:pt x="162515" y="85953"/>
                  </a:lnTo>
                  <a:lnTo>
                    <a:pt x="207721" y="55791"/>
                  </a:lnTo>
                  <a:lnTo>
                    <a:pt x="256418" y="31734"/>
                  </a:lnTo>
                  <a:lnTo>
                    <a:pt x="307616" y="14260"/>
                  </a:lnTo>
                  <a:lnTo>
                    <a:pt x="360704" y="3604"/>
                  </a:lnTo>
                  <a:lnTo>
                    <a:pt x="415074" y="0"/>
                  </a:lnTo>
                  <a:lnTo>
                    <a:pt x="7129437" y="355"/>
                  </a:lnTo>
                  <a:lnTo>
                    <a:pt x="7183656" y="3904"/>
                  </a:lnTo>
                  <a:lnTo>
                    <a:pt x="7236761" y="14438"/>
                  </a:lnTo>
                  <a:lnTo>
                    <a:pt x="7288042" y="31789"/>
                  </a:lnTo>
                  <a:lnTo>
                    <a:pt x="7336789" y="55791"/>
                  </a:lnTo>
                  <a:lnTo>
                    <a:pt x="7381938" y="86009"/>
                  </a:lnTo>
                  <a:lnTo>
                    <a:pt x="7422562" y="121764"/>
                  </a:lnTo>
                  <a:lnTo>
                    <a:pt x="7458190" y="162515"/>
                  </a:lnTo>
                  <a:lnTo>
                    <a:pt x="7488351" y="207721"/>
                  </a:lnTo>
                  <a:lnTo>
                    <a:pt x="7512410" y="256418"/>
                  </a:lnTo>
                  <a:lnTo>
                    <a:pt x="7529888" y="307616"/>
                  </a:lnTo>
                  <a:lnTo>
                    <a:pt x="7540549" y="360704"/>
                  </a:lnTo>
                  <a:lnTo>
                    <a:pt x="7544155" y="415074"/>
                  </a:lnTo>
                  <a:lnTo>
                    <a:pt x="7544155" y="2072881"/>
                  </a:lnTo>
                  <a:lnTo>
                    <a:pt x="7540606" y="2127098"/>
                  </a:lnTo>
                  <a:lnTo>
                    <a:pt x="7530072" y="2180201"/>
                  </a:lnTo>
                  <a:lnTo>
                    <a:pt x="7512721" y="2231481"/>
                  </a:lnTo>
                  <a:lnTo>
                    <a:pt x="7488720" y="2280234"/>
                  </a:lnTo>
                  <a:lnTo>
                    <a:pt x="7458501" y="2325382"/>
                  </a:lnTo>
                  <a:lnTo>
                    <a:pt x="7422746" y="2366006"/>
                  </a:lnTo>
                  <a:lnTo>
                    <a:pt x="7381996" y="2401635"/>
                  </a:lnTo>
                  <a:lnTo>
                    <a:pt x="7336789" y="2431796"/>
                  </a:lnTo>
                  <a:lnTo>
                    <a:pt x="7288092" y="2455854"/>
                  </a:lnTo>
                  <a:lnTo>
                    <a:pt x="7236894" y="2473332"/>
                  </a:lnTo>
                  <a:lnTo>
                    <a:pt x="7183806" y="2483993"/>
                  </a:lnTo>
                  <a:lnTo>
                    <a:pt x="7129437" y="2487599"/>
                  </a:lnTo>
                  <a:lnTo>
                    <a:pt x="414718" y="2487599"/>
                  </a:lnTo>
                  <a:lnTo>
                    <a:pt x="360498" y="2484049"/>
                  </a:lnTo>
                  <a:lnTo>
                    <a:pt x="307392" y="2473510"/>
                  </a:lnTo>
                  <a:lnTo>
                    <a:pt x="256107" y="2456154"/>
                  </a:lnTo>
                  <a:lnTo>
                    <a:pt x="207352" y="2432151"/>
                  </a:lnTo>
                  <a:lnTo>
                    <a:pt x="162209" y="2401935"/>
                  </a:lnTo>
                  <a:lnTo>
                    <a:pt x="121585" y="2366184"/>
                  </a:lnTo>
                  <a:lnTo>
                    <a:pt x="85953" y="2325438"/>
                  </a:lnTo>
                  <a:lnTo>
                    <a:pt x="55791" y="2280234"/>
                  </a:lnTo>
                  <a:lnTo>
                    <a:pt x="31734" y="2231531"/>
                  </a:lnTo>
                  <a:lnTo>
                    <a:pt x="14260" y="2180334"/>
                  </a:lnTo>
                  <a:lnTo>
                    <a:pt x="3604" y="2127249"/>
                  </a:lnTo>
                  <a:lnTo>
                    <a:pt x="0" y="2072881"/>
                  </a:lnTo>
                  <a:lnTo>
                    <a:pt x="355" y="414718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66645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Example:</a:t>
            </a:r>
            <a:r>
              <a:rPr spc="-100" dirty="0"/>
              <a:t> collecting </a:t>
            </a:r>
            <a:r>
              <a:rPr spc="-85" dirty="0"/>
              <a:t>user</a:t>
            </a:r>
            <a:r>
              <a:rPr spc="-120" dirty="0"/>
              <a:t> </a:t>
            </a:r>
            <a:r>
              <a:rPr spc="-20" dirty="0"/>
              <a:t>input</a:t>
            </a:r>
          </a:p>
          <a:p>
            <a:pPr marL="158750">
              <a:lnSpc>
                <a:spcPts val="132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def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get_input(message):</a:t>
            </a:r>
            <a:endParaRPr sz="1200" dirty="0">
              <a:latin typeface="Courier New"/>
              <a:cs typeface="Courier New"/>
            </a:endParaRPr>
          </a:p>
          <a:p>
            <a:pPr marL="52514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while</a:t>
            </a:r>
            <a:r>
              <a:rPr sz="1200" spc="-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True:</a:t>
            </a:r>
            <a:endParaRPr sz="1200" dirty="0">
              <a:latin typeface="Courier New"/>
              <a:cs typeface="Courier New"/>
            </a:endParaRPr>
          </a:p>
          <a:p>
            <a:pPr marL="891540" marR="82931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input(message).strip()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!=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"":</a:t>
            </a:r>
            <a:endParaRPr sz="1200" dirty="0">
              <a:latin typeface="Courier New"/>
              <a:cs typeface="Courier New"/>
            </a:endParaRPr>
          </a:p>
          <a:p>
            <a:pPr marL="1257935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endParaRPr sz="1200" dirty="0">
              <a:latin typeface="Courier New"/>
              <a:cs typeface="Courier New"/>
            </a:endParaRPr>
          </a:p>
          <a:p>
            <a:pPr marL="891540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print("Please</a:t>
            </a:r>
            <a:r>
              <a:rPr sz="1200" spc="-1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enter</a:t>
            </a:r>
            <a:r>
              <a:rPr sz="1200" spc="-10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something!")</a:t>
            </a:r>
            <a:endParaRPr sz="12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200" dirty="0">
              <a:latin typeface="Courier New"/>
              <a:cs typeface="Courier New"/>
            </a:endParaRPr>
          </a:p>
          <a:p>
            <a:pPr marL="525145" marR="2845435" indent="-366395" algn="just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def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get_words():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words</a:t>
            </a:r>
            <a:r>
              <a:rPr sz="12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{}</a:t>
            </a:r>
            <a:endParaRPr sz="1200" dirty="0">
              <a:latin typeface="Courier New"/>
              <a:cs typeface="Courier New"/>
            </a:endParaRPr>
          </a:p>
          <a:p>
            <a:pPr marL="525145" marR="5080" algn="just">
              <a:lnSpc>
                <a:spcPct val="100000"/>
              </a:lnSpc>
            </a:pP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words["name"]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get_input("Enter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name: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")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words["noun"]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get_input("Enter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noun: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")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words["verb"]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get_input("Enter</a:t>
            </a:r>
            <a:r>
              <a:rPr sz="12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verb:</a:t>
            </a:r>
            <a:r>
              <a:rPr sz="1200" spc="-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ourier New"/>
                <a:cs typeface="Courier New"/>
              </a:rPr>
              <a:t>") </a:t>
            </a:r>
            <a:r>
              <a:rPr sz="120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sz="1200" spc="-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urier New"/>
                <a:cs typeface="Courier New"/>
              </a:rPr>
              <a:t>words</a:t>
            </a:r>
            <a:endParaRPr sz="1200" dirty="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59816" y="6506776"/>
            <a:ext cx="680085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solidFill>
                  <a:srgbClr val="FFFFFF"/>
                </a:solidFill>
                <a:latin typeface="Tahoma"/>
                <a:cs typeface="Tahoma"/>
              </a:rPr>
              <a:t>S.</a:t>
            </a:r>
            <a:r>
              <a:rPr sz="1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B.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Jain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7156" y="324980"/>
            <a:ext cx="6049010" cy="75648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5400" marR="17780">
              <a:lnSpc>
                <a:spcPct val="79000"/>
              </a:lnSpc>
              <a:spcBef>
                <a:spcPts val="780"/>
              </a:spcBef>
            </a:pPr>
            <a:r>
              <a:rPr sz="2700" b="0" spc="-145" dirty="0">
                <a:solidFill>
                  <a:srgbClr val="1B2025"/>
                </a:solidFill>
                <a:latin typeface="Arial Black"/>
                <a:cs typeface="Arial Black"/>
              </a:rPr>
              <a:t>Coding:</a:t>
            </a:r>
            <a:r>
              <a:rPr sz="2700" b="0" spc="-18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60" dirty="0">
                <a:solidFill>
                  <a:srgbClr val="1B2025"/>
                </a:solidFill>
                <a:latin typeface="Arial Black"/>
                <a:cs typeface="Arial Black"/>
              </a:rPr>
              <a:t>Story</a:t>
            </a:r>
            <a:r>
              <a:rPr sz="2700" b="0" spc="-17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200" dirty="0">
                <a:solidFill>
                  <a:srgbClr val="1B2025"/>
                </a:solidFill>
                <a:latin typeface="Arial Black"/>
                <a:cs typeface="Arial Black"/>
              </a:rPr>
              <a:t>Templates</a:t>
            </a:r>
            <a:r>
              <a:rPr sz="2700" b="0" spc="-18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385" dirty="0">
                <a:solidFill>
                  <a:srgbClr val="1B2025"/>
                </a:solidFill>
                <a:latin typeface="Arial Black"/>
                <a:cs typeface="Arial Black"/>
              </a:rPr>
              <a:t>&amp;</a:t>
            </a:r>
            <a:r>
              <a:rPr sz="2700" b="0" spc="-18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05" dirty="0" smtClean="0">
                <a:solidFill>
                  <a:srgbClr val="1B2025"/>
                </a:solidFill>
                <a:latin typeface="Arial Black"/>
                <a:cs typeface="Arial Black"/>
              </a:rPr>
              <a:t>Random</a:t>
            </a:r>
            <a:r>
              <a:rPr lang="en-US" sz="2700" b="0" spc="-105" dirty="0" smtClean="0">
                <a:solidFill>
                  <a:srgbClr val="1B2025"/>
                </a:solidFill>
                <a:latin typeface="Arial Black"/>
                <a:cs typeface="Arial Black"/>
              </a:rPr>
              <a:t> Selection</a:t>
            </a:r>
            <a:endParaRPr sz="13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4" name="object 4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/>
                <a:cs typeface="Arial Black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8" name="object 8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3940" y="1202664"/>
            <a:ext cx="62484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2729" algn="l"/>
              </a:tabLst>
            </a:pPr>
            <a:r>
              <a:rPr sz="1700" spc="-135" dirty="0">
                <a:solidFill>
                  <a:srgbClr val="DD6718"/>
                </a:solidFill>
                <a:latin typeface="Arial Black"/>
                <a:cs typeface="Arial Black"/>
              </a:rPr>
              <a:t>1.</a:t>
            </a:r>
            <a:r>
              <a:rPr sz="1700" spc="-105" dirty="0">
                <a:solidFill>
                  <a:srgbClr val="DD6718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DD6718"/>
                </a:solidFill>
                <a:latin typeface="Arial Black"/>
                <a:cs typeface="Arial Black"/>
              </a:rPr>
              <a:t>Story</a:t>
            </a:r>
            <a:r>
              <a:rPr sz="1700" spc="-100" dirty="0">
                <a:solidFill>
                  <a:srgbClr val="DD6718"/>
                </a:solidFill>
                <a:latin typeface="Arial Black"/>
                <a:cs typeface="Arial Black"/>
              </a:rPr>
              <a:t> </a:t>
            </a:r>
            <a:r>
              <a:rPr sz="1700" spc="-10" dirty="0">
                <a:solidFill>
                  <a:srgbClr val="DD6718"/>
                </a:solidFill>
                <a:latin typeface="Arial Black"/>
                <a:cs typeface="Arial Black"/>
              </a:rPr>
              <a:t>template</a:t>
            </a:r>
            <a:r>
              <a:rPr sz="1700" dirty="0">
                <a:solidFill>
                  <a:srgbClr val="DD6718"/>
                </a:solidFill>
                <a:latin typeface="Arial Black"/>
                <a:cs typeface="Arial Black"/>
              </a:rPr>
              <a:t>	</a:t>
            </a:r>
            <a:r>
              <a:rPr sz="1700" spc="-135" dirty="0">
                <a:solidFill>
                  <a:srgbClr val="3F815A"/>
                </a:solidFill>
                <a:latin typeface="Arial Black"/>
                <a:cs typeface="Arial Black"/>
              </a:rPr>
              <a:t>2.</a:t>
            </a:r>
            <a:r>
              <a:rPr sz="1700" spc="-11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3F815A"/>
                </a:solidFill>
                <a:latin typeface="Arial Black"/>
                <a:cs typeface="Arial Black"/>
              </a:rPr>
              <a:t>Random</a:t>
            </a:r>
            <a:r>
              <a:rPr sz="1700" spc="-105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700" spc="-95" dirty="0">
                <a:solidFill>
                  <a:srgbClr val="3F815A"/>
                </a:solidFill>
                <a:latin typeface="Arial Black"/>
                <a:cs typeface="Arial Black"/>
              </a:rPr>
              <a:t>selection</a:t>
            </a:r>
            <a:endParaRPr sz="17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3395" y="1596604"/>
            <a:ext cx="3527425" cy="2338705"/>
            <a:chOff x="563395" y="1596604"/>
            <a:chExt cx="3527425" cy="2338705"/>
          </a:xfrm>
        </p:grpSpPr>
        <p:sp>
          <p:nvSpPr>
            <p:cNvPr id="12" name="object 12"/>
            <p:cNvSpPr/>
            <p:nvPr/>
          </p:nvSpPr>
          <p:spPr>
            <a:xfrm>
              <a:off x="566635" y="1599844"/>
              <a:ext cx="3521075" cy="2332355"/>
            </a:xfrm>
            <a:custGeom>
              <a:avLst/>
              <a:gdLst/>
              <a:ahLst/>
              <a:cxnLst/>
              <a:rect l="l" t="t" r="r" b="b"/>
              <a:pathLst>
                <a:path w="3521075" h="2332354">
                  <a:moveTo>
                    <a:pt x="389166" y="0"/>
                  </a:moveTo>
                  <a:lnTo>
                    <a:pt x="338236" y="3346"/>
                  </a:lnTo>
                  <a:lnTo>
                    <a:pt x="288456" y="13273"/>
                  </a:lnTo>
                  <a:lnTo>
                    <a:pt x="240431" y="29612"/>
                  </a:lnTo>
                  <a:lnTo>
                    <a:pt x="194767" y="52197"/>
                  </a:lnTo>
                  <a:lnTo>
                    <a:pt x="152397" y="80541"/>
                  </a:lnTo>
                  <a:lnTo>
                    <a:pt x="114212" y="113982"/>
                  </a:lnTo>
                  <a:lnTo>
                    <a:pt x="80754" y="152080"/>
                  </a:lnTo>
                  <a:lnTo>
                    <a:pt x="52565" y="194398"/>
                  </a:lnTo>
                  <a:lnTo>
                    <a:pt x="29980" y="240113"/>
                  </a:lnTo>
                  <a:lnTo>
                    <a:pt x="13641" y="288221"/>
                  </a:lnTo>
                  <a:lnTo>
                    <a:pt x="3714" y="338018"/>
                  </a:lnTo>
                  <a:lnTo>
                    <a:pt x="368" y="388797"/>
                  </a:lnTo>
                  <a:lnTo>
                    <a:pt x="0" y="1943277"/>
                  </a:lnTo>
                  <a:lnTo>
                    <a:pt x="3338" y="1994051"/>
                  </a:lnTo>
                  <a:lnTo>
                    <a:pt x="3348" y="1994206"/>
                  </a:lnTo>
                  <a:lnTo>
                    <a:pt x="13251" y="2043849"/>
                  </a:lnTo>
                  <a:lnTo>
                    <a:pt x="13279" y="2043987"/>
                  </a:lnTo>
                  <a:lnTo>
                    <a:pt x="29623" y="2092012"/>
                  </a:lnTo>
                  <a:lnTo>
                    <a:pt x="52209" y="2137676"/>
                  </a:lnTo>
                  <a:lnTo>
                    <a:pt x="80548" y="2180044"/>
                  </a:lnTo>
                  <a:lnTo>
                    <a:pt x="113872" y="2218093"/>
                  </a:lnTo>
                  <a:lnTo>
                    <a:pt x="152086" y="2251683"/>
                  </a:lnTo>
                  <a:lnTo>
                    <a:pt x="194398" y="2279878"/>
                  </a:lnTo>
                  <a:lnTo>
                    <a:pt x="240114" y="2302462"/>
                  </a:lnTo>
                  <a:lnTo>
                    <a:pt x="288226" y="2318802"/>
                  </a:lnTo>
                  <a:lnTo>
                    <a:pt x="338023" y="2328729"/>
                  </a:lnTo>
                  <a:lnTo>
                    <a:pt x="388797" y="2332075"/>
                  </a:lnTo>
                  <a:lnTo>
                    <a:pt x="3131997" y="2332075"/>
                  </a:lnTo>
                  <a:lnTo>
                    <a:pt x="3182928" y="2328729"/>
                  </a:lnTo>
                  <a:lnTo>
                    <a:pt x="3232713" y="2318802"/>
                  </a:lnTo>
                  <a:lnTo>
                    <a:pt x="3280743" y="2302462"/>
                  </a:lnTo>
                  <a:lnTo>
                    <a:pt x="3326409" y="2279878"/>
                  </a:lnTo>
                  <a:lnTo>
                    <a:pt x="3368771" y="2251533"/>
                  </a:lnTo>
                  <a:lnTo>
                    <a:pt x="3406952" y="2218093"/>
                  </a:lnTo>
                  <a:lnTo>
                    <a:pt x="3440365" y="2180044"/>
                  </a:lnTo>
                  <a:lnTo>
                    <a:pt x="3468598" y="2137676"/>
                  </a:lnTo>
                  <a:lnTo>
                    <a:pt x="3491159" y="2092012"/>
                  </a:lnTo>
                  <a:lnTo>
                    <a:pt x="3507481" y="2043987"/>
                  </a:lnTo>
                  <a:lnTo>
                    <a:pt x="3517429" y="1994206"/>
                  </a:lnTo>
                  <a:lnTo>
                    <a:pt x="3520808" y="1943277"/>
                  </a:lnTo>
                  <a:lnTo>
                    <a:pt x="3520784" y="388797"/>
                  </a:lnTo>
                  <a:lnTo>
                    <a:pt x="3517460" y="338224"/>
                  </a:lnTo>
                  <a:lnTo>
                    <a:pt x="3507528" y="288443"/>
                  </a:lnTo>
                  <a:lnTo>
                    <a:pt x="3491184" y="240418"/>
                  </a:lnTo>
                  <a:lnTo>
                    <a:pt x="3468598" y="194754"/>
                  </a:lnTo>
                  <a:lnTo>
                    <a:pt x="3440259" y="152386"/>
                  </a:lnTo>
                  <a:lnTo>
                    <a:pt x="3406819" y="114204"/>
                  </a:lnTo>
                  <a:lnTo>
                    <a:pt x="3368721" y="80747"/>
                  </a:lnTo>
                  <a:lnTo>
                    <a:pt x="3326409" y="52552"/>
                  </a:lnTo>
                  <a:lnTo>
                    <a:pt x="3280693" y="29968"/>
                  </a:lnTo>
                  <a:lnTo>
                    <a:pt x="3232580" y="13628"/>
                  </a:lnTo>
                  <a:lnTo>
                    <a:pt x="3182778" y="3701"/>
                  </a:lnTo>
                  <a:lnTo>
                    <a:pt x="3131997" y="355"/>
                  </a:lnTo>
                  <a:lnTo>
                    <a:pt x="389166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6635" y="1599844"/>
              <a:ext cx="3521075" cy="2332355"/>
            </a:xfrm>
            <a:custGeom>
              <a:avLst/>
              <a:gdLst/>
              <a:ahLst/>
              <a:cxnLst/>
              <a:rect l="l" t="t" r="r" b="b"/>
              <a:pathLst>
                <a:path w="3521075" h="2332354">
                  <a:moveTo>
                    <a:pt x="368" y="388797"/>
                  </a:moveTo>
                  <a:lnTo>
                    <a:pt x="3714" y="338018"/>
                  </a:lnTo>
                  <a:lnTo>
                    <a:pt x="13641" y="288221"/>
                  </a:lnTo>
                  <a:lnTo>
                    <a:pt x="29980" y="240113"/>
                  </a:lnTo>
                  <a:lnTo>
                    <a:pt x="52565" y="194398"/>
                  </a:lnTo>
                  <a:lnTo>
                    <a:pt x="80754" y="152080"/>
                  </a:lnTo>
                  <a:lnTo>
                    <a:pt x="114212" y="113982"/>
                  </a:lnTo>
                  <a:lnTo>
                    <a:pt x="152397" y="80541"/>
                  </a:lnTo>
                  <a:lnTo>
                    <a:pt x="194767" y="52197"/>
                  </a:lnTo>
                  <a:lnTo>
                    <a:pt x="240431" y="29612"/>
                  </a:lnTo>
                  <a:lnTo>
                    <a:pt x="288456" y="13273"/>
                  </a:lnTo>
                  <a:lnTo>
                    <a:pt x="338236" y="3346"/>
                  </a:lnTo>
                  <a:lnTo>
                    <a:pt x="389166" y="0"/>
                  </a:lnTo>
                  <a:lnTo>
                    <a:pt x="3131997" y="355"/>
                  </a:lnTo>
                  <a:lnTo>
                    <a:pt x="3182778" y="3701"/>
                  </a:lnTo>
                  <a:lnTo>
                    <a:pt x="3232580" y="13628"/>
                  </a:lnTo>
                  <a:lnTo>
                    <a:pt x="3280693" y="29968"/>
                  </a:lnTo>
                  <a:lnTo>
                    <a:pt x="3326409" y="52552"/>
                  </a:lnTo>
                  <a:lnTo>
                    <a:pt x="3368721" y="80747"/>
                  </a:lnTo>
                  <a:lnTo>
                    <a:pt x="3406819" y="114204"/>
                  </a:lnTo>
                  <a:lnTo>
                    <a:pt x="3440259" y="152386"/>
                  </a:lnTo>
                  <a:lnTo>
                    <a:pt x="3468598" y="194754"/>
                  </a:lnTo>
                  <a:lnTo>
                    <a:pt x="3491184" y="240418"/>
                  </a:lnTo>
                  <a:lnTo>
                    <a:pt x="3507528" y="288443"/>
                  </a:lnTo>
                  <a:lnTo>
                    <a:pt x="3517460" y="338224"/>
                  </a:lnTo>
                  <a:lnTo>
                    <a:pt x="3520808" y="389153"/>
                  </a:lnTo>
                  <a:lnTo>
                    <a:pt x="3520808" y="1943277"/>
                  </a:lnTo>
                  <a:lnTo>
                    <a:pt x="3517460" y="1994051"/>
                  </a:lnTo>
                  <a:lnTo>
                    <a:pt x="3507528" y="2043849"/>
                  </a:lnTo>
                  <a:lnTo>
                    <a:pt x="3491184" y="2091960"/>
                  </a:lnTo>
                  <a:lnTo>
                    <a:pt x="3468598" y="2137676"/>
                  </a:lnTo>
                  <a:lnTo>
                    <a:pt x="3440409" y="2179994"/>
                  </a:lnTo>
                  <a:lnTo>
                    <a:pt x="3406952" y="2218093"/>
                  </a:lnTo>
                  <a:lnTo>
                    <a:pt x="3368771" y="2251533"/>
                  </a:lnTo>
                  <a:lnTo>
                    <a:pt x="3326409" y="2279878"/>
                  </a:lnTo>
                  <a:lnTo>
                    <a:pt x="3280743" y="2302462"/>
                  </a:lnTo>
                  <a:lnTo>
                    <a:pt x="3232713" y="2318802"/>
                  </a:lnTo>
                  <a:lnTo>
                    <a:pt x="3182928" y="2328729"/>
                  </a:lnTo>
                  <a:lnTo>
                    <a:pt x="3131997" y="2332075"/>
                  </a:lnTo>
                  <a:lnTo>
                    <a:pt x="388797" y="2332075"/>
                  </a:lnTo>
                  <a:lnTo>
                    <a:pt x="338023" y="2328729"/>
                  </a:lnTo>
                  <a:lnTo>
                    <a:pt x="288226" y="2318802"/>
                  </a:lnTo>
                  <a:lnTo>
                    <a:pt x="240114" y="2302462"/>
                  </a:lnTo>
                  <a:lnTo>
                    <a:pt x="194398" y="2279878"/>
                  </a:lnTo>
                  <a:lnTo>
                    <a:pt x="152086" y="2251683"/>
                  </a:lnTo>
                  <a:lnTo>
                    <a:pt x="113988" y="2218226"/>
                  </a:lnTo>
                  <a:lnTo>
                    <a:pt x="80548" y="2180044"/>
                  </a:lnTo>
                  <a:lnTo>
                    <a:pt x="52209" y="2137676"/>
                  </a:lnTo>
                  <a:lnTo>
                    <a:pt x="29623" y="2092012"/>
                  </a:lnTo>
                  <a:lnTo>
                    <a:pt x="13279" y="2043987"/>
                  </a:lnTo>
                  <a:lnTo>
                    <a:pt x="3348" y="1994206"/>
                  </a:lnTo>
                  <a:lnTo>
                    <a:pt x="0" y="1943277"/>
                  </a:lnTo>
                  <a:lnTo>
                    <a:pt x="368" y="388797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90105" y="1742300"/>
            <a:ext cx="3002915" cy="161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897890" indent="-39751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def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story_one(words):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ourier New"/>
                <a:cs typeface="Courier New"/>
              </a:rPr>
              <a:t>f"""</a:t>
            </a:r>
            <a:endParaRPr sz="13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Once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upon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time,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{words["name"]}</a:t>
            </a:r>
            <a:endParaRPr sz="1300">
              <a:latin typeface="Courier New"/>
              <a:cs typeface="Courier New"/>
            </a:endParaRPr>
          </a:p>
          <a:p>
            <a:pPr marL="409575" marR="5080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found</a:t>
            </a:r>
            <a:r>
              <a:rPr sz="13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{words["animal"]}.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day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became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ourier New"/>
                <a:cs typeface="Courier New"/>
              </a:rPr>
              <a:t>very</a:t>
            </a:r>
            <a:endParaRPr sz="1300">
              <a:latin typeface="Courier New"/>
              <a:cs typeface="Courier New"/>
            </a:endParaRPr>
          </a:p>
          <a:p>
            <a:pPr marL="409575" marR="897890" indent="-39751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{words["adjective"]}! </a:t>
            </a:r>
            <a:r>
              <a:rPr sz="1300" spc="-25" dirty="0">
                <a:solidFill>
                  <a:srgbClr val="FFFFFF"/>
                </a:solidFill>
                <a:latin typeface="Courier New"/>
                <a:cs typeface="Courier New"/>
              </a:rPr>
              <a:t>"""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39804" y="1596604"/>
            <a:ext cx="3801745" cy="2338705"/>
            <a:chOff x="4339804" y="1596604"/>
            <a:chExt cx="3801745" cy="2338705"/>
          </a:xfrm>
        </p:grpSpPr>
        <p:sp>
          <p:nvSpPr>
            <p:cNvPr id="16" name="object 16"/>
            <p:cNvSpPr/>
            <p:nvPr/>
          </p:nvSpPr>
          <p:spPr>
            <a:xfrm>
              <a:off x="4343044" y="1599844"/>
              <a:ext cx="3795395" cy="2332355"/>
            </a:xfrm>
            <a:custGeom>
              <a:avLst/>
              <a:gdLst/>
              <a:ahLst/>
              <a:cxnLst/>
              <a:rect l="l" t="t" r="r" b="b"/>
              <a:pathLst>
                <a:path w="3795395" h="2332354">
                  <a:moveTo>
                    <a:pt x="389153" y="0"/>
                  </a:moveTo>
                  <a:lnTo>
                    <a:pt x="338224" y="3346"/>
                  </a:lnTo>
                  <a:lnTo>
                    <a:pt x="288443" y="13273"/>
                  </a:lnTo>
                  <a:lnTo>
                    <a:pt x="240418" y="29612"/>
                  </a:lnTo>
                  <a:lnTo>
                    <a:pt x="194754" y="52197"/>
                  </a:lnTo>
                  <a:lnTo>
                    <a:pt x="152386" y="80541"/>
                  </a:lnTo>
                  <a:lnTo>
                    <a:pt x="114204" y="113982"/>
                  </a:lnTo>
                  <a:lnTo>
                    <a:pt x="80747" y="152080"/>
                  </a:lnTo>
                  <a:lnTo>
                    <a:pt x="52552" y="194398"/>
                  </a:lnTo>
                  <a:lnTo>
                    <a:pt x="29968" y="240113"/>
                  </a:lnTo>
                  <a:lnTo>
                    <a:pt x="13628" y="288221"/>
                  </a:lnTo>
                  <a:lnTo>
                    <a:pt x="3701" y="338018"/>
                  </a:lnTo>
                  <a:lnTo>
                    <a:pt x="355" y="388797"/>
                  </a:lnTo>
                  <a:lnTo>
                    <a:pt x="0" y="1943277"/>
                  </a:lnTo>
                  <a:lnTo>
                    <a:pt x="3336" y="1994051"/>
                  </a:lnTo>
                  <a:lnTo>
                    <a:pt x="3346" y="1994206"/>
                  </a:lnTo>
                  <a:lnTo>
                    <a:pt x="13245" y="2043849"/>
                  </a:lnTo>
                  <a:lnTo>
                    <a:pt x="13273" y="2043987"/>
                  </a:lnTo>
                  <a:lnTo>
                    <a:pt x="29612" y="2092012"/>
                  </a:lnTo>
                  <a:lnTo>
                    <a:pt x="52197" y="2137676"/>
                  </a:lnTo>
                  <a:lnTo>
                    <a:pt x="80541" y="2180044"/>
                  </a:lnTo>
                  <a:lnTo>
                    <a:pt x="113865" y="2218093"/>
                  </a:lnTo>
                  <a:lnTo>
                    <a:pt x="113982" y="2218226"/>
                  </a:lnTo>
                  <a:lnTo>
                    <a:pt x="152080" y="2251683"/>
                  </a:lnTo>
                  <a:lnTo>
                    <a:pt x="194398" y="2279878"/>
                  </a:lnTo>
                  <a:lnTo>
                    <a:pt x="240113" y="2302462"/>
                  </a:lnTo>
                  <a:lnTo>
                    <a:pt x="288221" y="2318802"/>
                  </a:lnTo>
                  <a:lnTo>
                    <a:pt x="338018" y="2328729"/>
                  </a:lnTo>
                  <a:lnTo>
                    <a:pt x="388797" y="2332075"/>
                  </a:lnTo>
                  <a:lnTo>
                    <a:pt x="3406317" y="2332075"/>
                  </a:lnTo>
                  <a:lnTo>
                    <a:pt x="3457246" y="2328729"/>
                  </a:lnTo>
                  <a:lnTo>
                    <a:pt x="3507027" y="2318802"/>
                  </a:lnTo>
                  <a:lnTo>
                    <a:pt x="3555052" y="2302462"/>
                  </a:lnTo>
                  <a:lnTo>
                    <a:pt x="3600716" y="2279878"/>
                  </a:lnTo>
                  <a:lnTo>
                    <a:pt x="3643084" y="2251533"/>
                  </a:lnTo>
                  <a:lnTo>
                    <a:pt x="3681266" y="2218093"/>
                  </a:lnTo>
                  <a:lnTo>
                    <a:pt x="3714679" y="2180044"/>
                  </a:lnTo>
                  <a:lnTo>
                    <a:pt x="3742918" y="2137676"/>
                  </a:lnTo>
                  <a:lnTo>
                    <a:pt x="3765477" y="2092012"/>
                  </a:lnTo>
                  <a:lnTo>
                    <a:pt x="3781795" y="2043987"/>
                  </a:lnTo>
                  <a:lnTo>
                    <a:pt x="3791738" y="1994206"/>
                  </a:lnTo>
                  <a:lnTo>
                    <a:pt x="3791769" y="1994051"/>
                  </a:lnTo>
                  <a:lnTo>
                    <a:pt x="3795115" y="1943277"/>
                  </a:lnTo>
                  <a:lnTo>
                    <a:pt x="3795092" y="388797"/>
                  </a:lnTo>
                  <a:lnTo>
                    <a:pt x="3791769" y="338224"/>
                  </a:lnTo>
                  <a:lnTo>
                    <a:pt x="3781842" y="288443"/>
                  </a:lnTo>
                  <a:lnTo>
                    <a:pt x="3765502" y="240418"/>
                  </a:lnTo>
                  <a:lnTo>
                    <a:pt x="3742918" y="194754"/>
                  </a:lnTo>
                  <a:lnTo>
                    <a:pt x="3714573" y="152386"/>
                  </a:lnTo>
                  <a:lnTo>
                    <a:pt x="3681133" y="114204"/>
                  </a:lnTo>
                  <a:lnTo>
                    <a:pt x="3643034" y="80747"/>
                  </a:lnTo>
                  <a:lnTo>
                    <a:pt x="3600716" y="52552"/>
                  </a:lnTo>
                  <a:lnTo>
                    <a:pt x="3555000" y="29968"/>
                  </a:lnTo>
                  <a:lnTo>
                    <a:pt x="3506889" y="13628"/>
                  </a:lnTo>
                  <a:lnTo>
                    <a:pt x="3457091" y="3701"/>
                  </a:lnTo>
                  <a:lnTo>
                    <a:pt x="3406317" y="355"/>
                  </a:lnTo>
                  <a:lnTo>
                    <a:pt x="389153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3044" y="1599844"/>
              <a:ext cx="3795395" cy="2332355"/>
            </a:xfrm>
            <a:custGeom>
              <a:avLst/>
              <a:gdLst/>
              <a:ahLst/>
              <a:cxnLst/>
              <a:rect l="l" t="t" r="r" b="b"/>
              <a:pathLst>
                <a:path w="3795395" h="2332354">
                  <a:moveTo>
                    <a:pt x="355" y="388797"/>
                  </a:moveTo>
                  <a:lnTo>
                    <a:pt x="3701" y="338018"/>
                  </a:lnTo>
                  <a:lnTo>
                    <a:pt x="13628" y="288221"/>
                  </a:lnTo>
                  <a:lnTo>
                    <a:pt x="29968" y="240113"/>
                  </a:lnTo>
                  <a:lnTo>
                    <a:pt x="52552" y="194398"/>
                  </a:lnTo>
                  <a:lnTo>
                    <a:pt x="80747" y="152080"/>
                  </a:lnTo>
                  <a:lnTo>
                    <a:pt x="114204" y="113982"/>
                  </a:lnTo>
                  <a:lnTo>
                    <a:pt x="152386" y="80541"/>
                  </a:lnTo>
                  <a:lnTo>
                    <a:pt x="194754" y="52197"/>
                  </a:lnTo>
                  <a:lnTo>
                    <a:pt x="240418" y="29612"/>
                  </a:lnTo>
                  <a:lnTo>
                    <a:pt x="288443" y="13273"/>
                  </a:lnTo>
                  <a:lnTo>
                    <a:pt x="338224" y="3346"/>
                  </a:lnTo>
                  <a:lnTo>
                    <a:pt x="389153" y="0"/>
                  </a:lnTo>
                  <a:lnTo>
                    <a:pt x="3406317" y="355"/>
                  </a:lnTo>
                  <a:lnTo>
                    <a:pt x="3457091" y="3701"/>
                  </a:lnTo>
                  <a:lnTo>
                    <a:pt x="3506889" y="13628"/>
                  </a:lnTo>
                  <a:lnTo>
                    <a:pt x="3555000" y="29968"/>
                  </a:lnTo>
                  <a:lnTo>
                    <a:pt x="3600716" y="52552"/>
                  </a:lnTo>
                  <a:lnTo>
                    <a:pt x="3643034" y="80747"/>
                  </a:lnTo>
                  <a:lnTo>
                    <a:pt x="3681133" y="114204"/>
                  </a:lnTo>
                  <a:lnTo>
                    <a:pt x="3714573" y="152386"/>
                  </a:lnTo>
                  <a:lnTo>
                    <a:pt x="3742918" y="194754"/>
                  </a:lnTo>
                  <a:lnTo>
                    <a:pt x="3765502" y="240418"/>
                  </a:lnTo>
                  <a:lnTo>
                    <a:pt x="3781842" y="288443"/>
                  </a:lnTo>
                  <a:lnTo>
                    <a:pt x="3791769" y="338224"/>
                  </a:lnTo>
                  <a:lnTo>
                    <a:pt x="3795115" y="389153"/>
                  </a:lnTo>
                  <a:lnTo>
                    <a:pt x="3795115" y="1943277"/>
                  </a:lnTo>
                  <a:lnTo>
                    <a:pt x="3791769" y="1994051"/>
                  </a:lnTo>
                  <a:lnTo>
                    <a:pt x="3781842" y="2043849"/>
                  </a:lnTo>
                  <a:lnTo>
                    <a:pt x="3765502" y="2091960"/>
                  </a:lnTo>
                  <a:lnTo>
                    <a:pt x="3742918" y="2137676"/>
                  </a:lnTo>
                  <a:lnTo>
                    <a:pt x="3714723" y="2179994"/>
                  </a:lnTo>
                  <a:lnTo>
                    <a:pt x="3681266" y="2218093"/>
                  </a:lnTo>
                  <a:lnTo>
                    <a:pt x="3643084" y="2251533"/>
                  </a:lnTo>
                  <a:lnTo>
                    <a:pt x="3600716" y="2279878"/>
                  </a:lnTo>
                  <a:lnTo>
                    <a:pt x="3555052" y="2302462"/>
                  </a:lnTo>
                  <a:lnTo>
                    <a:pt x="3507027" y="2318802"/>
                  </a:lnTo>
                  <a:lnTo>
                    <a:pt x="3457246" y="2328729"/>
                  </a:lnTo>
                  <a:lnTo>
                    <a:pt x="3406317" y="2332075"/>
                  </a:lnTo>
                  <a:lnTo>
                    <a:pt x="388797" y="2332075"/>
                  </a:lnTo>
                  <a:lnTo>
                    <a:pt x="338018" y="2328729"/>
                  </a:lnTo>
                  <a:lnTo>
                    <a:pt x="288221" y="2318802"/>
                  </a:lnTo>
                  <a:lnTo>
                    <a:pt x="240113" y="2302462"/>
                  </a:lnTo>
                  <a:lnTo>
                    <a:pt x="194398" y="2279878"/>
                  </a:lnTo>
                  <a:lnTo>
                    <a:pt x="152080" y="2251683"/>
                  </a:lnTo>
                  <a:lnTo>
                    <a:pt x="113982" y="2218226"/>
                  </a:lnTo>
                  <a:lnTo>
                    <a:pt x="80541" y="2180044"/>
                  </a:lnTo>
                  <a:lnTo>
                    <a:pt x="52197" y="2137676"/>
                  </a:lnTo>
                  <a:lnTo>
                    <a:pt x="29612" y="2092012"/>
                  </a:lnTo>
                  <a:lnTo>
                    <a:pt x="13273" y="2043987"/>
                  </a:lnTo>
                  <a:lnTo>
                    <a:pt x="3346" y="1994206"/>
                  </a:lnTo>
                  <a:lnTo>
                    <a:pt x="0" y="1943277"/>
                  </a:lnTo>
                  <a:lnTo>
                    <a:pt x="355" y="388797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566500" y="1742300"/>
            <a:ext cx="3300729" cy="161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5080" indent="-39751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def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generate_random_story(words):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stories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FFFFFF"/>
                </a:solidFill>
                <a:latin typeface="Courier New"/>
                <a:cs typeface="Courier New"/>
              </a:rPr>
              <a:t>[</a:t>
            </a:r>
            <a:endParaRPr sz="1300">
              <a:latin typeface="Courier New"/>
              <a:cs typeface="Courier New"/>
            </a:endParaRPr>
          </a:p>
          <a:p>
            <a:pPr marL="806450" marR="1393825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story_one, story_two, story_three</a:t>
            </a:r>
            <a:endParaRPr sz="1300">
              <a:latin typeface="Courier New"/>
              <a:cs typeface="Courier New"/>
            </a:endParaRPr>
          </a:p>
          <a:p>
            <a:pPr marL="409575">
              <a:lnSpc>
                <a:spcPct val="100000"/>
              </a:lnSpc>
              <a:spcBef>
                <a:spcPts val="5"/>
              </a:spcBef>
            </a:pPr>
            <a:r>
              <a:rPr sz="1300" spc="-50" dirty="0">
                <a:solidFill>
                  <a:srgbClr val="FFFFFF"/>
                </a:solidFill>
                <a:latin typeface="Courier New"/>
                <a:cs typeface="Courier New"/>
              </a:rPr>
              <a:t>]</a:t>
            </a:r>
            <a:endParaRPr sz="1300">
              <a:latin typeface="Courier New"/>
              <a:cs typeface="Courier New"/>
            </a:endParaRPr>
          </a:p>
          <a:p>
            <a:pPr marL="12700" marR="5080" indent="396875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random.choice(stories) (words)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90396" y="4294084"/>
            <a:ext cx="7505065" cy="1241425"/>
            <a:chOff x="590396" y="4294084"/>
            <a:chExt cx="7505065" cy="1241425"/>
          </a:xfrm>
        </p:grpSpPr>
        <p:sp>
          <p:nvSpPr>
            <p:cNvPr id="20" name="object 20"/>
            <p:cNvSpPr/>
            <p:nvPr/>
          </p:nvSpPr>
          <p:spPr>
            <a:xfrm>
              <a:off x="593636" y="4297324"/>
              <a:ext cx="7498715" cy="1235075"/>
            </a:xfrm>
            <a:custGeom>
              <a:avLst/>
              <a:gdLst/>
              <a:ahLst/>
              <a:cxnLst/>
              <a:rect l="l" t="t" r="r" b="b"/>
              <a:pathLst>
                <a:path w="7498715" h="1235075">
                  <a:moveTo>
                    <a:pt x="206286" y="0"/>
                  </a:moveTo>
                  <a:lnTo>
                    <a:pt x="152915" y="7107"/>
                  </a:lnTo>
                  <a:lnTo>
                    <a:pt x="103327" y="27711"/>
                  </a:lnTo>
                  <a:lnTo>
                    <a:pt x="60712" y="60344"/>
                  </a:lnTo>
                  <a:lnTo>
                    <a:pt x="28079" y="102958"/>
                  </a:lnTo>
                  <a:lnTo>
                    <a:pt x="7342" y="152680"/>
                  </a:lnTo>
                  <a:lnTo>
                    <a:pt x="368" y="205917"/>
                  </a:lnTo>
                  <a:lnTo>
                    <a:pt x="0" y="1028877"/>
                  </a:lnTo>
                  <a:lnTo>
                    <a:pt x="1790" y="1055745"/>
                  </a:lnTo>
                  <a:lnTo>
                    <a:pt x="1801" y="1055900"/>
                  </a:lnTo>
                  <a:lnTo>
                    <a:pt x="7085" y="1082109"/>
                  </a:lnTo>
                  <a:lnTo>
                    <a:pt x="7113" y="1082247"/>
                  </a:lnTo>
                  <a:lnTo>
                    <a:pt x="15800" y="1107650"/>
                  </a:lnTo>
                  <a:lnTo>
                    <a:pt x="42667" y="1154273"/>
                  </a:lnTo>
                  <a:lnTo>
                    <a:pt x="80521" y="1192128"/>
                  </a:lnTo>
                  <a:lnTo>
                    <a:pt x="127202" y="1219150"/>
                  </a:lnTo>
                  <a:lnTo>
                    <a:pt x="179052" y="1233046"/>
                  </a:lnTo>
                  <a:lnTo>
                    <a:pt x="205917" y="1234795"/>
                  </a:lnTo>
                  <a:lnTo>
                    <a:pt x="7292517" y="1234795"/>
                  </a:lnTo>
                  <a:lnTo>
                    <a:pt x="7318789" y="1233046"/>
                  </a:lnTo>
                  <a:lnTo>
                    <a:pt x="7319292" y="1233046"/>
                  </a:lnTo>
                  <a:lnTo>
                    <a:pt x="7371295" y="1219000"/>
                  </a:lnTo>
                  <a:lnTo>
                    <a:pt x="7417926" y="1192128"/>
                  </a:lnTo>
                  <a:lnTo>
                    <a:pt x="7455780" y="1154273"/>
                  </a:lnTo>
                  <a:lnTo>
                    <a:pt x="7482777" y="1107650"/>
                  </a:lnTo>
                  <a:lnTo>
                    <a:pt x="7496668" y="1055900"/>
                  </a:lnTo>
                  <a:lnTo>
                    <a:pt x="7496698" y="1055745"/>
                  </a:lnTo>
                  <a:lnTo>
                    <a:pt x="7498448" y="1028877"/>
                  </a:lnTo>
                  <a:lnTo>
                    <a:pt x="7498424" y="205917"/>
                  </a:lnTo>
                  <a:lnTo>
                    <a:pt x="7496647" y="179250"/>
                  </a:lnTo>
                  <a:lnTo>
                    <a:pt x="7482648" y="127501"/>
                  </a:lnTo>
                  <a:lnTo>
                    <a:pt x="7455780" y="80877"/>
                  </a:lnTo>
                  <a:lnTo>
                    <a:pt x="7417926" y="43023"/>
                  </a:lnTo>
                  <a:lnTo>
                    <a:pt x="7371245" y="16000"/>
                  </a:lnTo>
                  <a:lnTo>
                    <a:pt x="7319390" y="2105"/>
                  </a:lnTo>
                  <a:lnTo>
                    <a:pt x="7292517" y="355"/>
                  </a:lnTo>
                  <a:lnTo>
                    <a:pt x="206286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3636" y="4297324"/>
              <a:ext cx="7498715" cy="1235075"/>
            </a:xfrm>
            <a:custGeom>
              <a:avLst/>
              <a:gdLst/>
              <a:ahLst/>
              <a:cxnLst/>
              <a:rect l="l" t="t" r="r" b="b"/>
              <a:pathLst>
                <a:path w="7498715" h="1235075">
                  <a:moveTo>
                    <a:pt x="368" y="205917"/>
                  </a:moveTo>
                  <a:lnTo>
                    <a:pt x="2117" y="179045"/>
                  </a:lnTo>
                  <a:lnTo>
                    <a:pt x="7342" y="152680"/>
                  </a:lnTo>
                  <a:lnTo>
                    <a:pt x="28079" y="102958"/>
                  </a:lnTo>
                  <a:lnTo>
                    <a:pt x="60712" y="60344"/>
                  </a:lnTo>
                  <a:lnTo>
                    <a:pt x="103327" y="27711"/>
                  </a:lnTo>
                  <a:lnTo>
                    <a:pt x="152915" y="7107"/>
                  </a:lnTo>
                  <a:lnTo>
                    <a:pt x="206286" y="0"/>
                  </a:lnTo>
                  <a:lnTo>
                    <a:pt x="7292517" y="355"/>
                  </a:lnTo>
                  <a:lnTo>
                    <a:pt x="7345756" y="7331"/>
                  </a:lnTo>
                  <a:lnTo>
                    <a:pt x="7395489" y="28079"/>
                  </a:lnTo>
                  <a:lnTo>
                    <a:pt x="7438102" y="60701"/>
                  </a:lnTo>
                  <a:lnTo>
                    <a:pt x="7470724" y="103314"/>
                  </a:lnTo>
                  <a:lnTo>
                    <a:pt x="7491334" y="152903"/>
                  </a:lnTo>
                  <a:lnTo>
                    <a:pt x="7498448" y="206273"/>
                  </a:lnTo>
                  <a:lnTo>
                    <a:pt x="7498448" y="1028877"/>
                  </a:lnTo>
                  <a:lnTo>
                    <a:pt x="7496698" y="1055745"/>
                  </a:lnTo>
                  <a:lnTo>
                    <a:pt x="7491472" y="1082109"/>
                  </a:lnTo>
                  <a:lnTo>
                    <a:pt x="7470724" y="1131836"/>
                  </a:lnTo>
                  <a:lnTo>
                    <a:pt x="7438102" y="1174449"/>
                  </a:lnTo>
                  <a:lnTo>
                    <a:pt x="7395489" y="1207071"/>
                  </a:lnTo>
                  <a:lnTo>
                    <a:pt x="7345889" y="1227686"/>
                  </a:lnTo>
                  <a:lnTo>
                    <a:pt x="7292517" y="1234795"/>
                  </a:lnTo>
                  <a:lnTo>
                    <a:pt x="205917" y="1234795"/>
                  </a:lnTo>
                  <a:lnTo>
                    <a:pt x="152690" y="1227820"/>
                  </a:lnTo>
                  <a:lnTo>
                    <a:pt x="102958" y="1207071"/>
                  </a:lnTo>
                  <a:lnTo>
                    <a:pt x="60345" y="1174449"/>
                  </a:lnTo>
                  <a:lnTo>
                    <a:pt x="27724" y="1131836"/>
                  </a:lnTo>
                  <a:lnTo>
                    <a:pt x="7113" y="1082247"/>
                  </a:lnTo>
                  <a:lnTo>
                    <a:pt x="0" y="1028877"/>
                  </a:lnTo>
                  <a:lnTo>
                    <a:pt x="368" y="205917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81545" y="4512500"/>
            <a:ext cx="10547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173095"/>
                </a:solidFill>
                <a:latin typeface="Arial Black"/>
                <a:cs typeface="Arial Black"/>
              </a:rPr>
              <a:t>Why</a:t>
            </a:r>
            <a:r>
              <a:rPr sz="1500" spc="-100" dirty="0">
                <a:solidFill>
                  <a:srgbClr val="173095"/>
                </a:solidFill>
                <a:latin typeface="Arial Black"/>
                <a:cs typeface="Arial Black"/>
              </a:rPr>
              <a:t> </a:t>
            </a:r>
            <a:r>
              <a:rPr sz="1500" spc="-70" dirty="0">
                <a:solidFill>
                  <a:srgbClr val="173095"/>
                </a:solidFill>
                <a:latin typeface="Arial Black"/>
                <a:cs typeface="Arial Black"/>
              </a:rPr>
              <a:t>this</a:t>
            </a:r>
            <a:r>
              <a:rPr sz="1500" spc="-100" dirty="0">
                <a:solidFill>
                  <a:srgbClr val="173095"/>
                </a:solidFill>
                <a:latin typeface="Arial Black"/>
                <a:cs typeface="Arial Black"/>
              </a:rPr>
              <a:t> </a:t>
            </a:r>
            <a:r>
              <a:rPr sz="1500" spc="-110" dirty="0">
                <a:solidFill>
                  <a:srgbClr val="173095"/>
                </a:solidFill>
                <a:latin typeface="Arial Black"/>
                <a:cs typeface="Arial Black"/>
              </a:rPr>
              <a:t>is </a:t>
            </a:r>
            <a:r>
              <a:rPr sz="1500" spc="-10" dirty="0">
                <a:solidFill>
                  <a:srgbClr val="173095"/>
                </a:solidFill>
                <a:latin typeface="Arial Black"/>
                <a:cs typeface="Arial Black"/>
              </a:rPr>
              <a:t>useful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9816" y="6506776"/>
            <a:ext cx="680085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solidFill>
                  <a:srgbClr val="FFFFFF"/>
                </a:solidFill>
                <a:latin typeface="Tahoma"/>
                <a:cs typeface="Tahoma"/>
              </a:rPr>
              <a:t>S.</a:t>
            </a:r>
            <a:r>
              <a:rPr sz="1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B.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Jain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1877" y="4485500"/>
            <a:ext cx="37839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100"/>
              </a:spcBef>
              <a:buChar char="•"/>
              <a:tabLst>
                <a:tab pos="133985" algn="l"/>
              </a:tabLst>
            </a:pP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Less</a:t>
            </a:r>
            <a:r>
              <a:rPr sz="1500" spc="-6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/>
                <a:cs typeface="Tahoma"/>
              </a:rPr>
              <a:t>repetition</a:t>
            </a:r>
            <a:r>
              <a:rPr sz="1500" spc="150" dirty="0">
                <a:solidFill>
                  <a:srgbClr val="1B2025"/>
                </a:solidFill>
                <a:latin typeface="Tahoma"/>
                <a:cs typeface="Tahoma"/>
              </a:rPr>
              <a:t>  </a:t>
            </a:r>
            <a:r>
              <a:rPr sz="1500" spc="-130" dirty="0">
                <a:solidFill>
                  <a:srgbClr val="1B2025"/>
                </a:solidFill>
                <a:latin typeface="Tahoma"/>
                <a:cs typeface="Tahoma"/>
              </a:rPr>
              <a:t>•</a:t>
            </a:r>
            <a:r>
              <a:rPr sz="1500" spc="-5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65" dirty="0">
                <a:solidFill>
                  <a:srgbClr val="1B2025"/>
                </a:solidFill>
                <a:latin typeface="Tahoma"/>
                <a:cs typeface="Tahoma"/>
              </a:rPr>
              <a:t>User</a:t>
            </a:r>
            <a:r>
              <a:rPr sz="1500" spc="-5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1B2025"/>
                </a:solidFill>
                <a:latin typeface="Tahoma"/>
                <a:cs typeface="Tahoma"/>
              </a:rPr>
              <a:t>can</a:t>
            </a:r>
            <a:r>
              <a:rPr sz="1500" spc="-5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/>
                <a:cs typeface="Tahoma"/>
              </a:rPr>
              <a:t>choose</a:t>
            </a:r>
            <a:r>
              <a:rPr sz="1500" spc="-6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1B2025"/>
                </a:solidFill>
                <a:latin typeface="Tahoma"/>
                <a:cs typeface="Tahoma"/>
              </a:rPr>
              <a:t>or</a:t>
            </a:r>
            <a:r>
              <a:rPr sz="1500" spc="-6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1B2025"/>
                </a:solidFill>
                <a:latin typeface="Tahoma"/>
                <a:cs typeface="Tahoma"/>
              </a:rPr>
              <a:t>get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09024" y="4485500"/>
            <a:ext cx="13912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650">
              <a:lnSpc>
                <a:spcPct val="100000"/>
              </a:lnSpc>
              <a:spcBef>
                <a:spcPts val="100"/>
              </a:spcBef>
              <a:buChar char="•"/>
              <a:tabLst>
                <a:tab pos="133350" algn="l"/>
              </a:tabLst>
            </a:pPr>
            <a:r>
              <a:rPr sz="1500" spc="100" dirty="0">
                <a:solidFill>
                  <a:srgbClr val="1B2025"/>
                </a:solidFill>
                <a:latin typeface="Tahoma"/>
                <a:cs typeface="Tahoma"/>
              </a:rPr>
              <a:t>More</a:t>
            </a:r>
            <a:r>
              <a:rPr sz="1500" spc="-8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1B2025"/>
                </a:solidFill>
                <a:latin typeface="Tahoma"/>
                <a:cs typeface="Tahoma"/>
              </a:rPr>
              <a:t>variety</a:t>
            </a:r>
            <a:r>
              <a:rPr sz="1500" spc="50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a</a:t>
            </a:r>
            <a:r>
              <a:rPr sz="1500" spc="-5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80" dirty="0">
                <a:solidFill>
                  <a:srgbClr val="1B2025"/>
                </a:solidFill>
                <a:latin typeface="Tahoma"/>
                <a:cs typeface="Tahoma"/>
              </a:rPr>
              <a:t>random</a:t>
            </a:r>
            <a:r>
              <a:rPr sz="1500" spc="-5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1B2025"/>
                </a:solidFill>
                <a:latin typeface="Tahoma"/>
                <a:cs typeface="Tahoma"/>
              </a:rPr>
              <a:t>story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560641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145" dirty="0">
                <a:solidFill>
                  <a:srgbClr val="1B2025"/>
                </a:solidFill>
                <a:latin typeface="Arial Black"/>
                <a:cs typeface="Arial Black"/>
              </a:rPr>
              <a:t>Coding:</a:t>
            </a:r>
            <a:r>
              <a:rPr sz="2700" b="0" spc="-19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80" dirty="0">
                <a:solidFill>
                  <a:srgbClr val="1B2025"/>
                </a:solidFill>
                <a:latin typeface="Arial Black"/>
                <a:cs typeface="Arial Black"/>
              </a:rPr>
              <a:t>Menu</a:t>
            </a:r>
            <a:r>
              <a:rPr sz="2700" b="0" spc="-19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385" dirty="0">
                <a:solidFill>
                  <a:srgbClr val="1B2025"/>
                </a:solidFill>
                <a:latin typeface="Arial Black"/>
                <a:cs typeface="Arial Black"/>
              </a:rPr>
              <a:t>&amp;</a:t>
            </a:r>
            <a:r>
              <a:rPr sz="2700" b="0" spc="-19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45" dirty="0">
                <a:solidFill>
                  <a:srgbClr val="1B2025"/>
                </a:solidFill>
                <a:latin typeface="Arial Black"/>
                <a:cs typeface="Arial Black"/>
              </a:rPr>
              <a:t>Input</a:t>
            </a:r>
            <a:r>
              <a:rPr sz="2700" b="0" spc="-18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10" dirty="0">
                <a:solidFill>
                  <a:srgbClr val="1B2025"/>
                </a:solidFill>
                <a:latin typeface="Arial Black"/>
                <a:cs typeface="Arial Black"/>
              </a:rPr>
              <a:t>Validation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46367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These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parts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make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the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/>
                <a:cs typeface="Tahoma"/>
              </a:rPr>
              <a:t>program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interactive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60" dirty="0">
                <a:solidFill>
                  <a:srgbClr val="5E666D"/>
                </a:solidFill>
                <a:latin typeface="Tahoma"/>
                <a:cs typeface="Tahoma"/>
              </a:rPr>
              <a:t>and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5E666D"/>
                </a:solidFill>
                <a:latin typeface="Tahoma"/>
                <a:cs typeface="Tahoma"/>
              </a:rPr>
              <a:t>easier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to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-25" dirty="0">
                <a:solidFill>
                  <a:srgbClr val="5E666D"/>
                </a:solidFill>
                <a:latin typeface="Tahoma"/>
                <a:cs typeface="Tahoma"/>
              </a:rPr>
              <a:t>use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/>
                <a:cs typeface="Arial Black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43940" y="1175295"/>
            <a:ext cx="6896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0" dirty="0">
                <a:solidFill>
                  <a:srgbClr val="173095"/>
                </a:solidFill>
                <a:latin typeface="Arial Black"/>
                <a:cs typeface="Arial Black"/>
              </a:rPr>
              <a:t>MENU</a:t>
            </a:r>
            <a:endParaRPr sz="17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3395" y="1550516"/>
            <a:ext cx="3253104" cy="1561465"/>
            <a:chOff x="563395" y="1550516"/>
            <a:chExt cx="3253104" cy="1561465"/>
          </a:xfrm>
        </p:grpSpPr>
        <p:sp>
          <p:nvSpPr>
            <p:cNvPr id="13" name="object 13"/>
            <p:cNvSpPr/>
            <p:nvPr/>
          </p:nvSpPr>
          <p:spPr>
            <a:xfrm>
              <a:off x="566635" y="1553756"/>
              <a:ext cx="3246755" cy="1555115"/>
            </a:xfrm>
            <a:custGeom>
              <a:avLst/>
              <a:gdLst/>
              <a:ahLst/>
              <a:cxnLst/>
              <a:rect l="l" t="t" r="r" b="b"/>
              <a:pathLst>
                <a:path w="3246754" h="1555114">
                  <a:moveTo>
                    <a:pt x="259562" y="0"/>
                  </a:moveTo>
                  <a:lnTo>
                    <a:pt x="192331" y="8956"/>
                  </a:lnTo>
                  <a:lnTo>
                    <a:pt x="129959" y="34925"/>
                  </a:lnTo>
                  <a:lnTo>
                    <a:pt x="76231" y="76053"/>
                  </a:lnTo>
                  <a:lnTo>
                    <a:pt x="34925" y="129603"/>
                  </a:lnTo>
                  <a:lnTo>
                    <a:pt x="9123" y="192331"/>
                  </a:lnTo>
                  <a:lnTo>
                    <a:pt x="368" y="259206"/>
                  </a:lnTo>
                  <a:lnTo>
                    <a:pt x="0" y="1295641"/>
                  </a:lnTo>
                  <a:lnTo>
                    <a:pt x="2254" y="1329461"/>
                  </a:lnTo>
                  <a:lnTo>
                    <a:pt x="2267" y="1329661"/>
                  </a:lnTo>
                  <a:lnTo>
                    <a:pt x="8902" y="1362605"/>
                  </a:lnTo>
                  <a:lnTo>
                    <a:pt x="8956" y="1362871"/>
                  </a:lnTo>
                  <a:lnTo>
                    <a:pt x="19830" y="1394667"/>
                  </a:lnTo>
                  <a:lnTo>
                    <a:pt x="19898" y="1394867"/>
                  </a:lnTo>
                  <a:lnTo>
                    <a:pt x="34925" y="1425244"/>
                  </a:lnTo>
                  <a:lnTo>
                    <a:pt x="53665" y="1453404"/>
                  </a:lnTo>
                  <a:lnTo>
                    <a:pt x="53769" y="1453559"/>
                  </a:lnTo>
                  <a:lnTo>
                    <a:pt x="101444" y="1501279"/>
                  </a:lnTo>
                  <a:lnTo>
                    <a:pt x="160180" y="1535249"/>
                  </a:lnTo>
                  <a:lnTo>
                    <a:pt x="225386" y="1552636"/>
                  </a:lnTo>
                  <a:lnTo>
                    <a:pt x="259207" y="1554848"/>
                  </a:lnTo>
                  <a:lnTo>
                    <a:pt x="2987281" y="1554848"/>
                  </a:lnTo>
                  <a:lnTo>
                    <a:pt x="3020467" y="1552636"/>
                  </a:lnTo>
                  <a:lnTo>
                    <a:pt x="3021025" y="1552636"/>
                  </a:lnTo>
                  <a:lnTo>
                    <a:pt x="3086507" y="1534949"/>
                  </a:lnTo>
                  <a:lnTo>
                    <a:pt x="3145199" y="1501079"/>
                  </a:lnTo>
                  <a:lnTo>
                    <a:pt x="3192919" y="1453404"/>
                  </a:lnTo>
                  <a:lnTo>
                    <a:pt x="3226791" y="1394867"/>
                  </a:lnTo>
                  <a:lnTo>
                    <a:pt x="3226889" y="1394667"/>
                  </a:lnTo>
                  <a:lnTo>
                    <a:pt x="3244236" y="1329661"/>
                  </a:lnTo>
                  <a:lnTo>
                    <a:pt x="3246488" y="1295641"/>
                  </a:lnTo>
                  <a:lnTo>
                    <a:pt x="3246464" y="259206"/>
                  </a:lnTo>
                  <a:lnTo>
                    <a:pt x="3237531" y="192331"/>
                  </a:lnTo>
                  <a:lnTo>
                    <a:pt x="3211563" y="129959"/>
                  </a:lnTo>
                  <a:lnTo>
                    <a:pt x="3170434" y="76231"/>
                  </a:lnTo>
                  <a:lnTo>
                    <a:pt x="3116884" y="34925"/>
                  </a:lnTo>
                  <a:lnTo>
                    <a:pt x="3054245" y="9140"/>
                  </a:lnTo>
                  <a:lnTo>
                    <a:pt x="2987281" y="368"/>
                  </a:lnTo>
                  <a:lnTo>
                    <a:pt x="259562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6635" y="1553756"/>
              <a:ext cx="3246755" cy="1555115"/>
            </a:xfrm>
            <a:custGeom>
              <a:avLst/>
              <a:gdLst/>
              <a:ahLst/>
              <a:cxnLst/>
              <a:rect l="l" t="t" r="r" b="b"/>
              <a:pathLst>
                <a:path w="3246754" h="1555114">
                  <a:moveTo>
                    <a:pt x="368" y="259206"/>
                  </a:moveTo>
                  <a:lnTo>
                    <a:pt x="2578" y="225386"/>
                  </a:lnTo>
                  <a:lnTo>
                    <a:pt x="9140" y="192243"/>
                  </a:lnTo>
                  <a:lnTo>
                    <a:pt x="34925" y="129603"/>
                  </a:lnTo>
                  <a:lnTo>
                    <a:pt x="76231" y="76053"/>
                  </a:lnTo>
                  <a:lnTo>
                    <a:pt x="129959" y="34925"/>
                  </a:lnTo>
                  <a:lnTo>
                    <a:pt x="192331" y="8956"/>
                  </a:lnTo>
                  <a:lnTo>
                    <a:pt x="259562" y="0"/>
                  </a:lnTo>
                  <a:lnTo>
                    <a:pt x="2987281" y="368"/>
                  </a:lnTo>
                  <a:lnTo>
                    <a:pt x="3054245" y="9140"/>
                  </a:lnTo>
                  <a:lnTo>
                    <a:pt x="3116884" y="34925"/>
                  </a:lnTo>
                  <a:lnTo>
                    <a:pt x="3170434" y="76231"/>
                  </a:lnTo>
                  <a:lnTo>
                    <a:pt x="3211563" y="129959"/>
                  </a:lnTo>
                  <a:lnTo>
                    <a:pt x="3237531" y="192331"/>
                  </a:lnTo>
                  <a:lnTo>
                    <a:pt x="3246488" y="259562"/>
                  </a:lnTo>
                  <a:lnTo>
                    <a:pt x="3246488" y="1295641"/>
                  </a:lnTo>
                  <a:lnTo>
                    <a:pt x="3244276" y="1329461"/>
                  </a:lnTo>
                  <a:lnTo>
                    <a:pt x="3237709" y="1362605"/>
                  </a:lnTo>
                  <a:lnTo>
                    <a:pt x="3211918" y="1425244"/>
                  </a:lnTo>
                  <a:lnTo>
                    <a:pt x="3170612" y="1478794"/>
                  </a:lnTo>
                  <a:lnTo>
                    <a:pt x="3116884" y="1519923"/>
                  </a:lnTo>
                  <a:lnTo>
                    <a:pt x="3054511" y="1545891"/>
                  </a:lnTo>
                  <a:lnTo>
                    <a:pt x="2987281" y="1554848"/>
                  </a:lnTo>
                  <a:lnTo>
                    <a:pt x="259207" y="1554848"/>
                  </a:lnTo>
                  <a:lnTo>
                    <a:pt x="192243" y="1546069"/>
                  </a:lnTo>
                  <a:lnTo>
                    <a:pt x="129603" y="1520278"/>
                  </a:lnTo>
                  <a:lnTo>
                    <a:pt x="76053" y="1478972"/>
                  </a:lnTo>
                  <a:lnTo>
                    <a:pt x="34925" y="1425244"/>
                  </a:lnTo>
                  <a:lnTo>
                    <a:pt x="8956" y="1362871"/>
                  </a:lnTo>
                  <a:lnTo>
                    <a:pt x="0" y="1295641"/>
                  </a:lnTo>
                  <a:lnTo>
                    <a:pt x="368" y="259206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0105" y="1696224"/>
            <a:ext cx="21678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94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32105" algn="l"/>
              </a:tabLst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Generate</a:t>
            </a: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4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Random Story</a:t>
            </a:r>
            <a:endParaRPr sz="1400">
              <a:latin typeface="Courier New"/>
              <a:cs typeface="Courier New"/>
            </a:endParaRPr>
          </a:p>
          <a:p>
            <a:pPr marL="332105" indent="-319405">
              <a:lnSpc>
                <a:spcPct val="100000"/>
              </a:lnSpc>
              <a:buAutoNum type="arabicPeriod"/>
              <a:tabLst>
                <a:tab pos="332105" algn="l"/>
              </a:tabLst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Choose</a:t>
            </a: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a</a:t>
            </a:r>
            <a:r>
              <a:rPr sz="1400" spc="-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ourier New"/>
                <a:cs typeface="Courier New"/>
              </a:rPr>
              <a:t>Story</a:t>
            </a:r>
            <a:endParaRPr sz="1400">
              <a:latin typeface="Courier New"/>
              <a:cs typeface="Courier New"/>
            </a:endParaRPr>
          </a:p>
          <a:p>
            <a:pPr marL="332105" indent="-319405">
              <a:lnSpc>
                <a:spcPct val="100000"/>
              </a:lnSpc>
              <a:buAutoNum type="arabicPeriod"/>
              <a:tabLst>
                <a:tab pos="332105" algn="l"/>
              </a:tabLst>
            </a:pP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Exit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57279" y="1550884"/>
            <a:ext cx="3984625" cy="1927225"/>
            <a:chOff x="4157279" y="1550884"/>
            <a:chExt cx="3984625" cy="1927225"/>
          </a:xfrm>
        </p:grpSpPr>
        <p:sp>
          <p:nvSpPr>
            <p:cNvPr id="17" name="object 17"/>
            <p:cNvSpPr/>
            <p:nvPr/>
          </p:nvSpPr>
          <p:spPr>
            <a:xfrm>
              <a:off x="4160519" y="1554124"/>
              <a:ext cx="3977640" cy="1920239"/>
            </a:xfrm>
            <a:custGeom>
              <a:avLst/>
              <a:gdLst/>
              <a:ahLst/>
              <a:cxnLst/>
              <a:rect l="l" t="t" r="r" b="b"/>
              <a:pathLst>
                <a:path w="3977640" h="1920239">
                  <a:moveTo>
                    <a:pt x="3657244" y="0"/>
                  </a:moveTo>
                  <a:lnTo>
                    <a:pt x="320039" y="0"/>
                  </a:lnTo>
                  <a:lnTo>
                    <a:pt x="278207" y="2744"/>
                  </a:lnTo>
                  <a:lnTo>
                    <a:pt x="237285" y="10888"/>
                  </a:lnTo>
                  <a:lnTo>
                    <a:pt x="197780" y="24297"/>
                  </a:lnTo>
                  <a:lnTo>
                    <a:pt x="160197" y="42837"/>
                  </a:lnTo>
                  <a:lnTo>
                    <a:pt x="125147" y="66136"/>
                  </a:lnTo>
                  <a:lnTo>
                    <a:pt x="93647" y="93687"/>
                  </a:lnTo>
                  <a:lnTo>
                    <a:pt x="66136" y="124999"/>
                  </a:lnTo>
                  <a:lnTo>
                    <a:pt x="42837" y="159829"/>
                  </a:lnTo>
                  <a:lnTo>
                    <a:pt x="24297" y="197624"/>
                  </a:lnTo>
                  <a:lnTo>
                    <a:pt x="10879" y="237285"/>
                  </a:lnTo>
                  <a:lnTo>
                    <a:pt x="2744" y="278207"/>
                  </a:lnTo>
                  <a:lnTo>
                    <a:pt x="0" y="320039"/>
                  </a:lnTo>
                  <a:lnTo>
                    <a:pt x="0" y="1600200"/>
                  </a:lnTo>
                  <a:lnTo>
                    <a:pt x="2720" y="1641670"/>
                  </a:lnTo>
                  <a:lnTo>
                    <a:pt x="2744" y="1642032"/>
                  </a:lnTo>
                  <a:lnTo>
                    <a:pt x="10824" y="1682630"/>
                  </a:lnTo>
                  <a:lnTo>
                    <a:pt x="10888" y="1682953"/>
                  </a:lnTo>
                  <a:lnTo>
                    <a:pt x="24225" y="1722241"/>
                  </a:lnTo>
                  <a:lnTo>
                    <a:pt x="42837" y="1760029"/>
                  </a:lnTo>
                  <a:lnTo>
                    <a:pt x="66130" y="1795078"/>
                  </a:lnTo>
                  <a:lnTo>
                    <a:pt x="93643" y="1826544"/>
                  </a:lnTo>
                  <a:lnTo>
                    <a:pt x="125004" y="1854093"/>
                  </a:lnTo>
                  <a:lnTo>
                    <a:pt x="159842" y="1877390"/>
                  </a:lnTo>
                  <a:lnTo>
                    <a:pt x="197630" y="1895931"/>
                  </a:lnTo>
                  <a:lnTo>
                    <a:pt x="237240" y="1909344"/>
                  </a:lnTo>
                  <a:lnTo>
                    <a:pt x="278201" y="1917493"/>
                  </a:lnTo>
                  <a:lnTo>
                    <a:pt x="320039" y="1920239"/>
                  </a:lnTo>
                  <a:lnTo>
                    <a:pt x="3657600" y="1919871"/>
                  </a:lnTo>
                  <a:lnTo>
                    <a:pt x="3699432" y="1917127"/>
                  </a:lnTo>
                  <a:lnTo>
                    <a:pt x="3740354" y="1908983"/>
                  </a:lnTo>
                  <a:lnTo>
                    <a:pt x="3779859" y="1895574"/>
                  </a:lnTo>
                  <a:lnTo>
                    <a:pt x="3817442" y="1877034"/>
                  </a:lnTo>
                  <a:lnTo>
                    <a:pt x="3852485" y="1853741"/>
                  </a:lnTo>
                  <a:lnTo>
                    <a:pt x="3883952" y="1826228"/>
                  </a:lnTo>
                  <a:lnTo>
                    <a:pt x="3911503" y="1794867"/>
                  </a:lnTo>
                  <a:lnTo>
                    <a:pt x="3934802" y="1760029"/>
                  </a:lnTo>
                  <a:lnTo>
                    <a:pt x="3953237" y="1722454"/>
                  </a:lnTo>
                  <a:lnTo>
                    <a:pt x="3966642" y="1682953"/>
                  </a:lnTo>
                  <a:lnTo>
                    <a:pt x="3974823" y="1642032"/>
                  </a:lnTo>
                  <a:lnTo>
                    <a:pt x="3977615" y="1600200"/>
                  </a:lnTo>
                  <a:lnTo>
                    <a:pt x="3977639" y="1599831"/>
                  </a:lnTo>
                  <a:lnTo>
                    <a:pt x="3977284" y="320039"/>
                  </a:lnTo>
                  <a:lnTo>
                    <a:pt x="3974537" y="278207"/>
                  </a:lnTo>
                  <a:lnTo>
                    <a:pt x="3966389" y="237285"/>
                  </a:lnTo>
                  <a:lnTo>
                    <a:pt x="3952976" y="197780"/>
                  </a:lnTo>
                  <a:lnTo>
                    <a:pt x="3934434" y="160197"/>
                  </a:lnTo>
                  <a:lnTo>
                    <a:pt x="3911143" y="125154"/>
                  </a:lnTo>
                  <a:lnTo>
                    <a:pt x="3883634" y="93687"/>
                  </a:lnTo>
                  <a:lnTo>
                    <a:pt x="3852277" y="66136"/>
                  </a:lnTo>
                  <a:lnTo>
                    <a:pt x="3817442" y="42837"/>
                  </a:lnTo>
                  <a:lnTo>
                    <a:pt x="3779654" y="24297"/>
                  </a:lnTo>
                  <a:lnTo>
                    <a:pt x="3740043" y="10888"/>
                  </a:lnTo>
                  <a:lnTo>
                    <a:pt x="3699082" y="2744"/>
                  </a:lnTo>
                  <a:lnTo>
                    <a:pt x="3657244" y="0"/>
                  </a:lnTo>
                  <a:close/>
                </a:path>
              </a:pathLst>
            </a:custGeom>
            <a:solidFill>
              <a:srgbClr val="1E2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60519" y="1554124"/>
              <a:ext cx="3977640" cy="1920239"/>
            </a:xfrm>
            <a:custGeom>
              <a:avLst/>
              <a:gdLst/>
              <a:ahLst/>
              <a:cxnLst/>
              <a:rect l="l" t="t" r="r" b="b"/>
              <a:pathLst>
                <a:path w="3977640" h="1920239">
                  <a:moveTo>
                    <a:pt x="0" y="320039"/>
                  </a:moveTo>
                  <a:lnTo>
                    <a:pt x="2744" y="278201"/>
                  </a:lnTo>
                  <a:lnTo>
                    <a:pt x="10888" y="237239"/>
                  </a:lnTo>
                  <a:lnTo>
                    <a:pt x="24297" y="197624"/>
                  </a:lnTo>
                  <a:lnTo>
                    <a:pt x="42837" y="159829"/>
                  </a:lnTo>
                  <a:lnTo>
                    <a:pt x="66136" y="124999"/>
                  </a:lnTo>
                  <a:lnTo>
                    <a:pt x="93687" y="93641"/>
                  </a:lnTo>
                  <a:lnTo>
                    <a:pt x="125154" y="66130"/>
                  </a:lnTo>
                  <a:lnTo>
                    <a:pt x="160197" y="42837"/>
                  </a:lnTo>
                  <a:lnTo>
                    <a:pt x="197780" y="24297"/>
                  </a:lnTo>
                  <a:lnTo>
                    <a:pt x="237285" y="10888"/>
                  </a:lnTo>
                  <a:lnTo>
                    <a:pt x="278207" y="2744"/>
                  </a:lnTo>
                  <a:lnTo>
                    <a:pt x="320039" y="0"/>
                  </a:lnTo>
                  <a:lnTo>
                    <a:pt x="3657244" y="0"/>
                  </a:lnTo>
                  <a:lnTo>
                    <a:pt x="3699082" y="2744"/>
                  </a:lnTo>
                  <a:lnTo>
                    <a:pt x="3740043" y="10888"/>
                  </a:lnTo>
                  <a:lnTo>
                    <a:pt x="3779654" y="24297"/>
                  </a:lnTo>
                  <a:lnTo>
                    <a:pt x="3817442" y="42837"/>
                  </a:lnTo>
                  <a:lnTo>
                    <a:pt x="3852277" y="66136"/>
                  </a:lnTo>
                  <a:lnTo>
                    <a:pt x="3883634" y="93687"/>
                  </a:lnTo>
                  <a:lnTo>
                    <a:pt x="3911143" y="125154"/>
                  </a:lnTo>
                  <a:lnTo>
                    <a:pt x="3934434" y="160197"/>
                  </a:lnTo>
                  <a:lnTo>
                    <a:pt x="3952976" y="197780"/>
                  </a:lnTo>
                  <a:lnTo>
                    <a:pt x="3966389" y="237285"/>
                  </a:lnTo>
                  <a:lnTo>
                    <a:pt x="3974537" y="278207"/>
                  </a:lnTo>
                  <a:lnTo>
                    <a:pt x="3977284" y="320039"/>
                  </a:lnTo>
                  <a:lnTo>
                    <a:pt x="3977639" y="1599831"/>
                  </a:lnTo>
                  <a:lnTo>
                    <a:pt x="3974895" y="1641670"/>
                  </a:lnTo>
                  <a:lnTo>
                    <a:pt x="3966751" y="1682630"/>
                  </a:lnTo>
                  <a:lnTo>
                    <a:pt x="3953342" y="1722241"/>
                  </a:lnTo>
                  <a:lnTo>
                    <a:pt x="3934802" y="1760029"/>
                  </a:lnTo>
                  <a:lnTo>
                    <a:pt x="3911503" y="1794867"/>
                  </a:lnTo>
                  <a:lnTo>
                    <a:pt x="3883952" y="1826228"/>
                  </a:lnTo>
                  <a:lnTo>
                    <a:pt x="3852485" y="1853741"/>
                  </a:lnTo>
                  <a:lnTo>
                    <a:pt x="3817442" y="1877034"/>
                  </a:lnTo>
                  <a:lnTo>
                    <a:pt x="3779859" y="1895574"/>
                  </a:lnTo>
                  <a:lnTo>
                    <a:pt x="3740354" y="1908983"/>
                  </a:lnTo>
                  <a:lnTo>
                    <a:pt x="3699432" y="1917127"/>
                  </a:lnTo>
                  <a:lnTo>
                    <a:pt x="3657600" y="1919871"/>
                  </a:lnTo>
                  <a:lnTo>
                    <a:pt x="320039" y="1920239"/>
                  </a:lnTo>
                  <a:lnTo>
                    <a:pt x="278201" y="1917493"/>
                  </a:lnTo>
                  <a:lnTo>
                    <a:pt x="237240" y="1909344"/>
                  </a:lnTo>
                  <a:lnTo>
                    <a:pt x="197630" y="1895931"/>
                  </a:lnTo>
                  <a:lnTo>
                    <a:pt x="159842" y="1877390"/>
                  </a:lnTo>
                  <a:lnTo>
                    <a:pt x="125004" y="1854093"/>
                  </a:lnTo>
                  <a:lnTo>
                    <a:pt x="93643" y="1826544"/>
                  </a:lnTo>
                  <a:lnTo>
                    <a:pt x="66130" y="1795078"/>
                  </a:lnTo>
                  <a:lnTo>
                    <a:pt x="42837" y="1760029"/>
                  </a:lnTo>
                  <a:lnTo>
                    <a:pt x="24297" y="1722454"/>
                  </a:lnTo>
                  <a:lnTo>
                    <a:pt x="10888" y="1682953"/>
                  </a:lnTo>
                  <a:lnTo>
                    <a:pt x="2744" y="1642032"/>
                  </a:lnTo>
                  <a:lnTo>
                    <a:pt x="0" y="1600200"/>
                  </a:lnTo>
                  <a:lnTo>
                    <a:pt x="0" y="320039"/>
                  </a:lnTo>
                  <a:close/>
                </a:path>
              </a:pathLst>
            </a:custGeom>
            <a:ln w="6479">
              <a:solidFill>
                <a:srgbClr val="595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237456" y="1175295"/>
            <a:ext cx="314896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45" dirty="0">
                <a:solidFill>
                  <a:srgbClr val="DD6718"/>
                </a:solidFill>
                <a:latin typeface="Arial Black"/>
                <a:cs typeface="Arial Black"/>
              </a:rPr>
              <a:t>VALIDATION</a:t>
            </a:r>
            <a:endParaRPr sz="1700">
              <a:latin typeface="Arial Black"/>
              <a:cs typeface="Arial Black"/>
            </a:endParaRPr>
          </a:p>
          <a:p>
            <a:pPr marL="158750">
              <a:lnSpc>
                <a:spcPct val="100000"/>
              </a:lnSpc>
              <a:spcBef>
                <a:spcPts val="2060"/>
              </a:spcBef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r>
              <a:rPr sz="13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=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input(message).strip()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3620" y="2092934"/>
            <a:ext cx="2308225" cy="1017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699135" indent="-39751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if</a:t>
            </a:r>
            <a:r>
              <a:rPr sz="1300" spc="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!=</a:t>
            </a:r>
            <a:r>
              <a:rPr sz="1300" spc="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Courier New"/>
                <a:cs typeface="Courier New"/>
              </a:rPr>
              <a:t>"": </a:t>
            </a: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return</a:t>
            </a:r>
            <a:r>
              <a:rPr sz="1300" spc="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Courier New"/>
                <a:cs typeface="Courier New"/>
              </a:rPr>
              <a:t>value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else:</a:t>
            </a:r>
            <a:endParaRPr sz="1300">
              <a:latin typeface="Courier New"/>
              <a:cs typeface="Courier New"/>
            </a:endParaRPr>
          </a:p>
          <a:p>
            <a:pPr marL="12700" marR="5080" indent="396875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Courier New"/>
                <a:cs typeface="Courier New"/>
              </a:rPr>
              <a:t>print("Please</a:t>
            </a:r>
            <a:r>
              <a:rPr sz="1300" spc="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Courier New"/>
                <a:cs typeface="Courier New"/>
              </a:rPr>
              <a:t>enter something!")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63395" y="3791164"/>
            <a:ext cx="7578090" cy="1607185"/>
            <a:chOff x="563395" y="3791164"/>
            <a:chExt cx="7578090" cy="1607185"/>
          </a:xfrm>
        </p:grpSpPr>
        <p:sp>
          <p:nvSpPr>
            <p:cNvPr id="22" name="object 22"/>
            <p:cNvSpPr/>
            <p:nvPr/>
          </p:nvSpPr>
          <p:spPr>
            <a:xfrm>
              <a:off x="566635" y="3794404"/>
              <a:ext cx="7571740" cy="1600835"/>
            </a:xfrm>
            <a:custGeom>
              <a:avLst/>
              <a:gdLst/>
              <a:ahLst/>
              <a:cxnLst/>
              <a:rect l="l" t="t" r="r" b="b"/>
              <a:pathLst>
                <a:path w="7571740" h="1600835">
                  <a:moveTo>
                    <a:pt x="267119" y="0"/>
                  </a:moveTo>
                  <a:lnTo>
                    <a:pt x="198046" y="9040"/>
                  </a:lnTo>
                  <a:lnTo>
                    <a:pt x="133565" y="35636"/>
                  </a:lnTo>
                  <a:lnTo>
                    <a:pt x="78436" y="78112"/>
                  </a:lnTo>
                  <a:lnTo>
                    <a:pt x="36004" y="133553"/>
                  </a:lnTo>
                  <a:lnTo>
                    <a:pt x="9409" y="197723"/>
                  </a:lnTo>
                  <a:lnTo>
                    <a:pt x="368" y="266750"/>
                  </a:lnTo>
                  <a:lnTo>
                    <a:pt x="0" y="1333792"/>
                  </a:lnTo>
                  <a:lnTo>
                    <a:pt x="2278" y="1368684"/>
                  </a:lnTo>
                  <a:lnTo>
                    <a:pt x="20151" y="1435753"/>
                  </a:lnTo>
                  <a:lnTo>
                    <a:pt x="54992" y="1496166"/>
                  </a:lnTo>
                  <a:lnTo>
                    <a:pt x="104394" y="1545471"/>
                  </a:lnTo>
                  <a:lnTo>
                    <a:pt x="164807" y="1580356"/>
                  </a:lnTo>
                  <a:lnTo>
                    <a:pt x="231878" y="1598277"/>
                  </a:lnTo>
                  <a:lnTo>
                    <a:pt x="266763" y="1600555"/>
                  </a:lnTo>
                  <a:lnTo>
                    <a:pt x="7304760" y="1600555"/>
                  </a:lnTo>
                  <a:lnTo>
                    <a:pt x="7373839" y="1591510"/>
                  </a:lnTo>
                  <a:lnTo>
                    <a:pt x="7438326" y="1564919"/>
                  </a:lnTo>
                  <a:lnTo>
                    <a:pt x="7493398" y="1522482"/>
                  </a:lnTo>
                  <a:lnTo>
                    <a:pt x="7535887" y="1466989"/>
                  </a:lnTo>
                  <a:lnTo>
                    <a:pt x="7551248" y="1435908"/>
                  </a:lnTo>
                  <a:lnTo>
                    <a:pt x="7551325" y="1435753"/>
                  </a:lnTo>
                  <a:lnTo>
                    <a:pt x="7562462" y="1402870"/>
                  </a:lnTo>
                  <a:lnTo>
                    <a:pt x="7569244" y="1368684"/>
                  </a:lnTo>
                  <a:lnTo>
                    <a:pt x="7571524" y="1333792"/>
                  </a:lnTo>
                  <a:lnTo>
                    <a:pt x="7571500" y="266750"/>
                  </a:lnTo>
                  <a:lnTo>
                    <a:pt x="7562478" y="198040"/>
                  </a:lnTo>
                  <a:lnTo>
                    <a:pt x="7535887" y="133553"/>
                  </a:lnTo>
                  <a:lnTo>
                    <a:pt x="7493404" y="78428"/>
                  </a:lnTo>
                  <a:lnTo>
                    <a:pt x="7437958" y="35991"/>
                  </a:lnTo>
                  <a:lnTo>
                    <a:pt x="7373793" y="9401"/>
                  </a:lnTo>
                  <a:lnTo>
                    <a:pt x="7304760" y="355"/>
                  </a:lnTo>
                  <a:lnTo>
                    <a:pt x="267119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66635" y="3794404"/>
              <a:ext cx="7571740" cy="1600835"/>
            </a:xfrm>
            <a:custGeom>
              <a:avLst/>
              <a:gdLst/>
              <a:ahLst/>
              <a:cxnLst/>
              <a:rect l="l" t="t" r="r" b="b"/>
              <a:pathLst>
                <a:path w="7571740" h="1600835">
                  <a:moveTo>
                    <a:pt x="368" y="266750"/>
                  </a:moveTo>
                  <a:lnTo>
                    <a:pt x="2644" y="231865"/>
                  </a:lnTo>
                  <a:lnTo>
                    <a:pt x="9409" y="197723"/>
                  </a:lnTo>
                  <a:lnTo>
                    <a:pt x="36004" y="133553"/>
                  </a:lnTo>
                  <a:lnTo>
                    <a:pt x="78436" y="78112"/>
                  </a:lnTo>
                  <a:lnTo>
                    <a:pt x="133565" y="35636"/>
                  </a:lnTo>
                  <a:lnTo>
                    <a:pt x="198046" y="9040"/>
                  </a:lnTo>
                  <a:lnTo>
                    <a:pt x="267119" y="0"/>
                  </a:lnTo>
                  <a:lnTo>
                    <a:pt x="7304760" y="355"/>
                  </a:lnTo>
                  <a:lnTo>
                    <a:pt x="7373793" y="9401"/>
                  </a:lnTo>
                  <a:lnTo>
                    <a:pt x="7437958" y="35991"/>
                  </a:lnTo>
                  <a:lnTo>
                    <a:pt x="7493404" y="78428"/>
                  </a:lnTo>
                  <a:lnTo>
                    <a:pt x="7535887" y="133553"/>
                  </a:lnTo>
                  <a:lnTo>
                    <a:pt x="7562478" y="198040"/>
                  </a:lnTo>
                  <a:lnTo>
                    <a:pt x="7571524" y="267119"/>
                  </a:lnTo>
                  <a:lnTo>
                    <a:pt x="7571524" y="1333792"/>
                  </a:lnTo>
                  <a:lnTo>
                    <a:pt x="7569245" y="1368679"/>
                  </a:lnTo>
                  <a:lnTo>
                    <a:pt x="7562478" y="1402824"/>
                  </a:lnTo>
                  <a:lnTo>
                    <a:pt x="7535887" y="1466989"/>
                  </a:lnTo>
                  <a:lnTo>
                    <a:pt x="7493450" y="1522436"/>
                  </a:lnTo>
                  <a:lnTo>
                    <a:pt x="7438326" y="1564919"/>
                  </a:lnTo>
                  <a:lnTo>
                    <a:pt x="7373839" y="1591510"/>
                  </a:lnTo>
                  <a:lnTo>
                    <a:pt x="7304760" y="1600555"/>
                  </a:lnTo>
                  <a:lnTo>
                    <a:pt x="266763" y="1600555"/>
                  </a:lnTo>
                  <a:lnTo>
                    <a:pt x="197735" y="1591510"/>
                  </a:lnTo>
                  <a:lnTo>
                    <a:pt x="133565" y="1564919"/>
                  </a:lnTo>
                  <a:lnTo>
                    <a:pt x="78125" y="1522482"/>
                  </a:lnTo>
                  <a:lnTo>
                    <a:pt x="35648" y="1467358"/>
                  </a:lnTo>
                  <a:lnTo>
                    <a:pt x="9047" y="1402870"/>
                  </a:lnTo>
                  <a:lnTo>
                    <a:pt x="0" y="1333792"/>
                  </a:lnTo>
                  <a:lnTo>
                    <a:pt x="368" y="266750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81545" y="4036948"/>
            <a:ext cx="11607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20" dirty="0">
                <a:solidFill>
                  <a:srgbClr val="DD6718"/>
                </a:solidFill>
                <a:latin typeface="Arial Black"/>
                <a:cs typeface="Arial Black"/>
              </a:rPr>
              <a:t>Easy </a:t>
            </a:r>
            <a:r>
              <a:rPr sz="1500" spc="-75" dirty="0">
                <a:solidFill>
                  <a:srgbClr val="DD6718"/>
                </a:solidFill>
                <a:latin typeface="Arial Black"/>
                <a:cs typeface="Arial Black"/>
              </a:rPr>
              <a:t>explanation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816" y="6506776"/>
            <a:ext cx="680085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solidFill>
                  <a:srgbClr val="FFFFFF"/>
                </a:solidFill>
                <a:latin typeface="Tahoma"/>
                <a:cs typeface="Tahoma"/>
              </a:rPr>
              <a:t>S.</a:t>
            </a:r>
            <a:r>
              <a:rPr sz="1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B.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Jain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08656" y="3982224"/>
            <a:ext cx="49390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The</a:t>
            </a:r>
            <a:r>
              <a:rPr sz="1500" spc="-3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85" dirty="0">
                <a:solidFill>
                  <a:srgbClr val="1B2025"/>
                </a:solidFill>
                <a:latin typeface="Tahoma"/>
                <a:cs typeface="Tahoma"/>
              </a:rPr>
              <a:t>menu</a:t>
            </a:r>
            <a:r>
              <a:rPr sz="1500" spc="-2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tells</a:t>
            </a:r>
            <a:r>
              <a:rPr sz="1500" spc="-2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/>
                <a:cs typeface="Tahoma"/>
              </a:rPr>
              <a:t>the</a:t>
            </a:r>
            <a:r>
              <a:rPr sz="1500" spc="-3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/>
                <a:cs typeface="Tahoma"/>
              </a:rPr>
              <a:t>user</a:t>
            </a:r>
            <a:r>
              <a:rPr sz="1500" spc="-3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/>
                <a:cs typeface="Tahoma"/>
              </a:rPr>
              <a:t>what</a:t>
            </a:r>
            <a:r>
              <a:rPr sz="1500" spc="-2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they</a:t>
            </a:r>
            <a:r>
              <a:rPr sz="1500" spc="-3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0" dirty="0">
                <a:solidFill>
                  <a:srgbClr val="1B2025"/>
                </a:solidFill>
                <a:latin typeface="Tahoma"/>
                <a:cs typeface="Tahoma"/>
              </a:rPr>
              <a:t>can</a:t>
            </a:r>
            <a:r>
              <a:rPr sz="1500" spc="-2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do.</a:t>
            </a:r>
            <a:r>
              <a:rPr sz="1500" spc="-2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If</a:t>
            </a:r>
            <a:r>
              <a:rPr sz="1500" spc="-2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/>
                <a:cs typeface="Tahoma"/>
              </a:rPr>
              <a:t>the</a:t>
            </a:r>
            <a:r>
              <a:rPr sz="1500" spc="-2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40" dirty="0">
                <a:solidFill>
                  <a:srgbClr val="1B2025"/>
                </a:solidFill>
                <a:latin typeface="Tahoma"/>
                <a:cs typeface="Tahoma"/>
              </a:rPr>
              <a:t>user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leaves a</a:t>
            </a:r>
            <a:r>
              <a:rPr sz="1500" spc="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70" dirty="0">
                <a:solidFill>
                  <a:srgbClr val="1B2025"/>
                </a:solidFill>
                <a:latin typeface="Tahoma"/>
                <a:cs typeface="Tahoma"/>
              </a:rPr>
              <a:t>word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 blank,</a:t>
            </a:r>
            <a:r>
              <a:rPr sz="1500" spc="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55" dirty="0">
                <a:solidFill>
                  <a:srgbClr val="1B2025"/>
                </a:solidFill>
                <a:latin typeface="Tahoma"/>
                <a:cs typeface="Tahoma"/>
              </a:rPr>
              <a:t>the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75" dirty="0">
                <a:solidFill>
                  <a:srgbClr val="1B2025"/>
                </a:solidFill>
                <a:latin typeface="Tahoma"/>
                <a:cs typeface="Tahoma"/>
              </a:rPr>
              <a:t>program</a:t>
            </a:r>
            <a:r>
              <a:rPr sz="1500" spc="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asks </a:t>
            </a:r>
            <a:r>
              <a:rPr sz="1500" spc="60" dirty="0">
                <a:solidFill>
                  <a:srgbClr val="1B2025"/>
                </a:solidFill>
                <a:latin typeface="Tahoma"/>
                <a:cs typeface="Tahoma"/>
              </a:rPr>
              <a:t>again</a:t>
            </a:r>
            <a:r>
              <a:rPr sz="1500" spc="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/>
                <a:cs typeface="Tahoma"/>
              </a:rPr>
              <a:t>instead</a:t>
            </a:r>
            <a:r>
              <a:rPr sz="1500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35" dirty="0">
                <a:solidFill>
                  <a:srgbClr val="1B2025"/>
                </a:solidFill>
                <a:latin typeface="Tahoma"/>
                <a:cs typeface="Tahoma"/>
              </a:rPr>
              <a:t>of </a:t>
            </a:r>
            <a:r>
              <a:rPr sz="1500" spc="55" dirty="0">
                <a:solidFill>
                  <a:srgbClr val="1B2025"/>
                </a:solidFill>
                <a:latin typeface="Tahoma"/>
                <a:cs typeface="Tahoma"/>
              </a:rPr>
              <a:t>accepting</a:t>
            </a:r>
            <a:r>
              <a:rPr sz="1500" spc="-6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1B2025"/>
                </a:solidFill>
                <a:latin typeface="Tahoma"/>
                <a:cs typeface="Tahoma"/>
              </a:rPr>
              <a:t>empty</a:t>
            </a:r>
            <a:r>
              <a:rPr sz="1500" spc="-65" dirty="0">
                <a:solidFill>
                  <a:srgbClr val="1B2025"/>
                </a:solidFill>
                <a:latin typeface="Tahoma"/>
                <a:cs typeface="Tahoma"/>
              </a:rPr>
              <a:t> </a:t>
            </a:r>
            <a:r>
              <a:rPr sz="1500" spc="-20" dirty="0">
                <a:solidFill>
                  <a:srgbClr val="1B2025"/>
                </a:solidFill>
                <a:latin typeface="Tahoma"/>
                <a:cs typeface="Tahoma"/>
              </a:rPr>
              <a:t>data.</a:t>
            </a:r>
            <a:endParaRPr sz="15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50482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00" dirty="0">
                <a:solidFill>
                  <a:srgbClr val="1B2025"/>
                </a:solidFill>
                <a:latin typeface="Arial Black"/>
                <a:cs typeface="Arial Black"/>
              </a:rPr>
              <a:t>Execution</a:t>
            </a:r>
            <a:r>
              <a:rPr sz="2700" b="0" spc="-18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204" dirty="0">
                <a:solidFill>
                  <a:srgbClr val="1B2025"/>
                </a:solidFill>
                <a:latin typeface="Arial Black"/>
                <a:cs typeface="Arial Black"/>
              </a:rPr>
              <a:t>1:</a:t>
            </a:r>
            <a:r>
              <a:rPr sz="2700" b="0" spc="-18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65" dirty="0">
                <a:solidFill>
                  <a:srgbClr val="1B2025"/>
                </a:solidFill>
                <a:latin typeface="Arial Black"/>
                <a:cs typeface="Arial Black"/>
              </a:rPr>
              <a:t>Choosing</a:t>
            </a:r>
            <a:r>
              <a:rPr sz="2700" b="0" spc="-180" dirty="0">
                <a:solidFill>
                  <a:srgbClr val="1B2025"/>
                </a:solidFill>
                <a:latin typeface="Arial Black"/>
                <a:cs typeface="Arial Black"/>
              </a:rPr>
              <a:t> a</a:t>
            </a:r>
            <a:r>
              <a:rPr sz="2700" b="0" spc="-17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85" dirty="0">
                <a:solidFill>
                  <a:srgbClr val="1B2025"/>
                </a:solidFill>
                <a:latin typeface="Arial Black"/>
                <a:cs typeface="Arial Black"/>
              </a:rPr>
              <a:t>Story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27762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Sample </a:t>
            </a:r>
            <a:r>
              <a:rPr sz="1300" spc="65" dirty="0">
                <a:solidFill>
                  <a:srgbClr val="5E666D"/>
                </a:solidFill>
                <a:latin typeface="Tahoma"/>
                <a:cs typeface="Tahoma"/>
              </a:rPr>
              <a:t>run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of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the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Phase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 2</a:t>
            </a:r>
            <a:r>
              <a:rPr sz="1300" spc="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program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/>
                <a:cs typeface="Arial Black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54835" y="5373000"/>
            <a:ext cx="7367905" cy="574040"/>
            <a:chOff x="654835" y="5373000"/>
            <a:chExt cx="7367905" cy="574040"/>
          </a:xfrm>
        </p:grpSpPr>
        <p:sp>
          <p:nvSpPr>
            <p:cNvPr id="12" name="object 12"/>
            <p:cNvSpPr/>
            <p:nvPr/>
          </p:nvSpPr>
          <p:spPr>
            <a:xfrm>
              <a:off x="658075" y="5376240"/>
              <a:ext cx="7361555" cy="567690"/>
            </a:xfrm>
            <a:custGeom>
              <a:avLst/>
              <a:gdLst/>
              <a:ahLst/>
              <a:cxnLst/>
              <a:rect l="l" t="t" r="r" b="b"/>
              <a:pathLst>
                <a:path w="7361555" h="567689">
                  <a:moveTo>
                    <a:pt x="95046" y="0"/>
                  </a:moveTo>
                  <a:lnTo>
                    <a:pt x="47523" y="12953"/>
                  </a:lnTo>
                  <a:lnTo>
                    <a:pt x="12966" y="47523"/>
                  </a:lnTo>
                  <a:lnTo>
                    <a:pt x="368" y="94678"/>
                  </a:lnTo>
                  <a:lnTo>
                    <a:pt x="0" y="472681"/>
                  </a:lnTo>
                  <a:lnTo>
                    <a:pt x="847" y="485010"/>
                  </a:lnTo>
                  <a:lnTo>
                    <a:pt x="861" y="485218"/>
                  </a:lnTo>
                  <a:lnTo>
                    <a:pt x="3312" y="497068"/>
                  </a:lnTo>
                  <a:lnTo>
                    <a:pt x="3378" y="497385"/>
                  </a:lnTo>
                  <a:lnTo>
                    <a:pt x="7321" y="508721"/>
                  </a:lnTo>
                  <a:lnTo>
                    <a:pt x="37212" y="547892"/>
                  </a:lnTo>
                  <a:lnTo>
                    <a:pt x="82354" y="566555"/>
                  </a:lnTo>
                  <a:lnTo>
                    <a:pt x="94678" y="567359"/>
                  </a:lnTo>
                  <a:lnTo>
                    <a:pt x="7266609" y="567359"/>
                  </a:lnTo>
                  <a:lnTo>
                    <a:pt x="7278310" y="566555"/>
                  </a:lnTo>
                  <a:lnTo>
                    <a:pt x="7278867" y="566555"/>
                  </a:lnTo>
                  <a:lnTo>
                    <a:pt x="7324433" y="547536"/>
                  </a:lnTo>
                  <a:lnTo>
                    <a:pt x="7354151" y="508721"/>
                  </a:lnTo>
                  <a:lnTo>
                    <a:pt x="7360443" y="485218"/>
                  </a:lnTo>
                  <a:lnTo>
                    <a:pt x="7360484" y="485010"/>
                  </a:lnTo>
                  <a:lnTo>
                    <a:pt x="7361288" y="472681"/>
                  </a:lnTo>
                  <a:lnTo>
                    <a:pt x="7361263" y="94678"/>
                  </a:lnTo>
                  <a:lnTo>
                    <a:pt x="7360426" y="82499"/>
                  </a:lnTo>
                  <a:lnTo>
                    <a:pt x="7341454" y="37210"/>
                  </a:lnTo>
                  <a:lnTo>
                    <a:pt x="7302648" y="7492"/>
                  </a:lnTo>
                  <a:lnTo>
                    <a:pt x="7266609" y="355"/>
                  </a:lnTo>
                  <a:lnTo>
                    <a:pt x="95046" y="0"/>
                  </a:lnTo>
                  <a:close/>
                </a:path>
              </a:pathLst>
            </a:custGeom>
            <a:solidFill>
              <a:srgbClr val="FFF5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8075" y="5376240"/>
              <a:ext cx="7361555" cy="567690"/>
            </a:xfrm>
            <a:custGeom>
              <a:avLst/>
              <a:gdLst/>
              <a:ahLst/>
              <a:cxnLst/>
              <a:rect l="l" t="t" r="r" b="b"/>
              <a:pathLst>
                <a:path w="7361555" h="567689">
                  <a:moveTo>
                    <a:pt x="368" y="94678"/>
                  </a:moveTo>
                  <a:lnTo>
                    <a:pt x="1172" y="82349"/>
                  </a:lnTo>
                  <a:lnTo>
                    <a:pt x="3562" y="70291"/>
                  </a:lnTo>
                  <a:lnTo>
                    <a:pt x="27949" y="27943"/>
                  </a:lnTo>
                  <a:lnTo>
                    <a:pt x="70342" y="3371"/>
                  </a:lnTo>
                  <a:lnTo>
                    <a:pt x="95046" y="0"/>
                  </a:lnTo>
                  <a:lnTo>
                    <a:pt x="7266609" y="355"/>
                  </a:lnTo>
                  <a:lnTo>
                    <a:pt x="7313764" y="12953"/>
                  </a:lnTo>
                  <a:lnTo>
                    <a:pt x="7348321" y="47523"/>
                  </a:lnTo>
                  <a:lnTo>
                    <a:pt x="7361288" y="95034"/>
                  </a:lnTo>
                  <a:lnTo>
                    <a:pt x="7361288" y="472681"/>
                  </a:lnTo>
                  <a:lnTo>
                    <a:pt x="7360484" y="485010"/>
                  </a:lnTo>
                  <a:lnTo>
                    <a:pt x="7358094" y="497068"/>
                  </a:lnTo>
                  <a:lnTo>
                    <a:pt x="7333700" y="539416"/>
                  </a:lnTo>
                  <a:lnTo>
                    <a:pt x="7291308" y="563983"/>
                  </a:lnTo>
                  <a:lnTo>
                    <a:pt x="7266609" y="567359"/>
                  </a:lnTo>
                  <a:lnTo>
                    <a:pt x="94678" y="567359"/>
                  </a:lnTo>
                  <a:lnTo>
                    <a:pt x="47523" y="554761"/>
                  </a:lnTo>
                  <a:lnTo>
                    <a:pt x="12966" y="520204"/>
                  </a:lnTo>
                  <a:lnTo>
                    <a:pt x="0" y="472681"/>
                  </a:lnTo>
                  <a:lnTo>
                    <a:pt x="368" y="94678"/>
                  </a:lnTo>
                  <a:close/>
                </a:path>
              </a:pathLst>
            </a:custGeom>
            <a:ln w="6479">
              <a:solidFill>
                <a:srgbClr val="DD671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61299" y="5555411"/>
            <a:ext cx="5321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solidFill>
                  <a:srgbClr val="1B2025"/>
                </a:solidFill>
                <a:latin typeface="Arial Black"/>
                <a:cs typeface="Arial Black"/>
              </a:rPr>
              <a:t>Example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55" dirty="0">
                <a:solidFill>
                  <a:srgbClr val="1B2025"/>
                </a:solidFill>
                <a:latin typeface="Arial Black"/>
                <a:cs typeface="Arial Black"/>
              </a:rPr>
              <a:t>inputs: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80" dirty="0">
                <a:solidFill>
                  <a:srgbClr val="1B2025"/>
                </a:solidFill>
                <a:latin typeface="Arial Black"/>
                <a:cs typeface="Arial Black"/>
              </a:rPr>
              <a:t>Saloni</a:t>
            </a:r>
            <a:r>
              <a:rPr sz="1200" spc="-6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/>
                <a:cs typeface="Arial Black"/>
              </a:rPr>
              <a:t>•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80" dirty="0">
                <a:solidFill>
                  <a:srgbClr val="1B2025"/>
                </a:solidFill>
                <a:latin typeface="Arial Black"/>
                <a:cs typeface="Arial Black"/>
              </a:rPr>
              <a:t>creative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/>
                <a:cs typeface="Arial Black"/>
              </a:rPr>
              <a:t>•</a:t>
            </a:r>
            <a:r>
              <a:rPr sz="1200" spc="-6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60" dirty="0">
                <a:solidFill>
                  <a:srgbClr val="1B2025"/>
                </a:solidFill>
                <a:latin typeface="Arial Black"/>
                <a:cs typeface="Arial Black"/>
              </a:rPr>
              <a:t>book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/>
                <a:cs typeface="Arial Black"/>
              </a:rPr>
              <a:t>•</a:t>
            </a:r>
            <a:r>
              <a:rPr sz="1200" spc="-6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80" dirty="0">
                <a:solidFill>
                  <a:srgbClr val="1B2025"/>
                </a:solidFill>
                <a:latin typeface="Arial Black"/>
                <a:cs typeface="Arial Black"/>
              </a:rPr>
              <a:t>explore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/>
                <a:cs typeface="Arial Black"/>
              </a:rPr>
              <a:t>•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35" dirty="0">
                <a:solidFill>
                  <a:srgbClr val="1B2025"/>
                </a:solidFill>
                <a:latin typeface="Arial Black"/>
                <a:cs typeface="Arial Black"/>
              </a:rPr>
              <a:t>Nagpur</a:t>
            </a:r>
            <a:r>
              <a:rPr sz="1200" spc="-6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/>
                <a:cs typeface="Arial Black"/>
              </a:rPr>
              <a:t>•</a:t>
            </a:r>
            <a:r>
              <a:rPr sz="1200" spc="-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00" dirty="0">
                <a:solidFill>
                  <a:srgbClr val="1B2025"/>
                </a:solidFill>
                <a:latin typeface="Arial Black"/>
                <a:cs typeface="Arial Black"/>
              </a:rPr>
              <a:t>cat</a:t>
            </a:r>
            <a:r>
              <a:rPr sz="1200" spc="-7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150" dirty="0">
                <a:solidFill>
                  <a:srgbClr val="1B2025"/>
                </a:solidFill>
                <a:latin typeface="Arial Black"/>
                <a:cs typeface="Arial Black"/>
              </a:rPr>
              <a:t>•</a:t>
            </a:r>
            <a:r>
              <a:rPr sz="1200" spc="-6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1200" spc="-25" dirty="0">
                <a:solidFill>
                  <a:srgbClr val="1B2025"/>
                </a:solidFill>
                <a:latin typeface="Arial Black"/>
                <a:cs typeface="Arial Black"/>
              </a:rPr>
              <a:t>pizza</a:t>
            </a:r>
            <a:endParaRPr sz="1200">
              <a:latin typeface="Arial Black"/>
              <a:cs typeface="Arial Black"/>
            </a:endParaRPr>
          </a:p>
        </p:txBody>
      </p:sp>
      <p:pic>
        <p:nvPicPr>
          <p:cNvPr id="15" name="object 15" descr="execution1_clean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234084"/>
            <a:ext cx="7589164" cy="499607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9816" y="6506776"/>
            <a:ext cx="680085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solidFill>
                  <a:srgbClr val="FFFFFF"/>
                </a:solidFill>
                <a:latin typeface="Tahoma"/>
                <a:cs typeface="Tahoma"/>
              </a:rPr>
              <a:t>S.</a:t>
            </a:r>
            <a:r>
              <a:rPr sz="1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B.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Jain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9856" y="324980"/>
            <a:ext cx="497014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0" spc="-200" dirty="0">
                <a:solidFill>
                  <a:srgbClr val="1B2025"/>
                </a:solidFill>
                <a:latin typeface="Arial Black"/>
                <a:cs typeface="Arial Black"/>
              </a:rPr>
              <a:t>Execution</a:t>
            </a:r>
            <a:r>
              <a:rPr sz="2700" b="0" spc="-17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204" dirty="0">
                <a:solidFill>
                  <a:srgbClr val="1B2025"/>
                </a:solidFill>
                <a:latin typeface="Arial Black"/>
                <a:cs typeface="Arial Black"/>
              </a:rPr>
              <a:t>2:</a:t>
            </a:r>
            <a:r>
              <a:rPr sz="2700" b="0" spc="-170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155" dirty="0">
                <a:solidFill>
                  <a:srgbClr val="1B2025"/>
                </a:solidFill>
                <a:latin typeface="Arial Black"/>
                <a:cs typeface="Arial Black"/>
              </a:rPr>
              <a:t>Generated</a:t>
            </a:r>
            <a:r>
              <a:rPr sz="2700" b="0" spc="-175" dirty="0">
                <a:solidFill>
                  <a:srgbClr val="1B2025"/>
                </a:solidFill>
                <a:latin typeface="Arial Black"/>
                <a:cs typeface="Arial Black"/>
              </a:rPr>
              <a:t> </a:t>
            </a:r>
            <a:r>
              <a:rPr sz="2700" b="0" spc="-85" dirty="0">
                <a:solidFill>
                  <a:srgbClr val="1B2025"/>
                </a:solidFill>
                <a:latin typeface="Arial Black"/>
                <a:cs typeface="Arial Black"/>
              </a:rPr>
              <a:t>Story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225" y="827900"/>
            <a:ext cx="433070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The</a:t>
            </a:r>
            <a:r>
              <a:rPr sz="1300" spc="-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65" dirty="0">
                <a:solidFill>
                  <a:srgbClr val="5E666D"/>
                </a:solidFill>
                <a:latin typeface="Tahoma"/>
                <a:cs typeface="Tahoma"/>
              </a:rPr>
              <a:t>program</a:t>
            </a:r>
            <a:r>
              <a:rPr sz="1300" spc="-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5" dirty="0">
                <a:solidFill>
                  <a:srgbClr val="5E666D"/>
                </a:solidFill>
                <a:latin typeface="Tahoma"/>
                <a:cs typeface="Tahoma"/>
              </a:rPr>
              <a:t>combines</a:t>
            </a:r>
            <a:r>
              <a:rPr sz="1300" spc="-3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the</a:t>
            </a:r>
            <a:r>
              <a:rPr sz="1300" spc="-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inputs</a:t>
            </a:r>
            <a:r>
              <a:rPr sz="1300" spc="-3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into</a:t>
            </a:r>
            <a:r>
              <a:rPr sz="1300" spc="-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5E666D"/>
                </a:solidFill>
                <a:latin typeface="Tahoma"/>
                <a:cs typeface="Tahoma"/>
              </a:rPr>
              <a:t>a</a:t>
            </a:r>
            <a:r>
              <a:rPr sz="1300" spc="-30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50" dirty="0">
                <a:solidFill>
                  <a:srgbClr val="5E666D"/>
                </a:solidFill>
                <a:latin typeface="Tahoma"/>
                <a:cs typeface="Tahoma"/>
              </a:rPr>
              <a:t>complete</a:t>
            </a:r>
            <a:r>
              <a:rPr sz="1300" spc="-35" dirty="0">
                <a:solidFill>
                  <a:srgbClr val="5E666D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5E666D"/>
                </a:solidFill>
                <a:latin typeface="Tahoma"/>
                <a:cs typeface="Tahoma"/>
              </a:rPr>
              <a:t>story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55635" y="316444"/>
            <a:ext cx="1149985" cy="391160"/>
            <a:chOff x="7055635" y="316444"/>
            <a:chExt cx="1149985" cy="391160"/>
          </a:xfrm>
        </p:grpSpPr>
        <p:sp>
          <p:nvSpPr>
            <p:cNvPr id="5" name="object 5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64439" y="0"/>
                  </a:moveTo>
                  <a:lnTo>
                    <a:pt x="25408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6" y="383939"/>
                  </a:lnTo>
                  <a:lnTo>
                    <a:pt x="64084" y="384479"/>
                  </a:lnTo>
                  <a:lnTo>
                    <a:pt x="1079284" y="384479"/>
                  </a:lnTo>
                  <a:lnTo>
                    <a:pt x="1118321" y="371115"/>
                  </a:lnTo>
                  <a:lnTo>
                    <a:pt x="1141206" y="336954"/>
                  </a:lnTo>
                  <a:lnTo>
                    <a:pt x="1143368" y="320395"/>
                  </a:lnTo>
                  <a:lnTo>
                    <a:pt x="1143344" y="64071"/>
                  </a:lnTo>
                  <a:lnTo>
                    <a:pt x="1130003" y="25397"/>
                  </a:lnTo>
                  <a:lnTo>
                    <a:pt x="10958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7309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058875" y="319684"/>
              <a:ext cx="1143635" cy="384810"/>
            </a:xfrm>
            <a:custGeom>
              <a:avLst/>
              <a:gdLst/>
              <a:ahLst/>
              <a:cxnLst/>
              <a:rect l="l" t="t" r="r" b="b"/>
              <a:pathLst>
                <a:path w="1143634" h="384809">
                  <a:moveTo>
                    <a:pt x="368" y="64071"/>
                  </a:moveTo>
                  <a:lnTo>
                    <a:pt x="906" y="55728"/>
                  </a:lnTo>
                  <a:lnTo>
                    <a:pt x="2524" y="47517"/>
                  </a:lnTo>
                  <a:lnTo>
                    <a:pt x="25408" y="13357"/>
                  </a:lnTo>
                  <a:lnTo>
                    <a:pt x="64439" y="0"/>
                  </a:lnTo>
                  <a:lnTo>
                    <a:pt x="1079284" y="355"/>
                  </a:lnTo>
                  <a:lnTo>
                    <a:pt x="1118271" y="13563"/>
                  </a:lnTo>
                  <a:lnTo>
                    <a:pt x="1141206" y="47875"/>
                  </a:lnTo>
                  <a:lnTo>
                    <a:pt x="1143368" y="64439"/>
                  </a:lnTo>
                  <a:lnTo>
                    <a:pt x="1143368" y="320395"/>
                  </a:lnTo>
                  <a:lnTo>
                    <a:pt x="1142827" y="328743"/>
                  </a:lnTo>
                  <a:lnTo>
                    <a:pt x="1141206" y="336954"/>
                  </a:lnTo>
                  <a:lnTo>
                    <a:pt x="1118321" y="371115"/>
                  </a:lnTo>
                  <a:lnTo>
                    <a:pt x="1079284" y="384479"/>
                  </a:lnTo>
                  <a:lnTo>
                    <a:pt x="64084" y="384479"/>
                  </a:lnTo>
                  <a:lnTo>
                    <a:pt x="25097" y="371265"/>
                  </a:lnTo>
                  <a:lnTo>
                    <a:pt x="2162" y="336954"/>
                  </a:lnTo>
                  <a:lnTo>
                    <a:pt x="0" y="320395"/>
                  </a:lnTo>
                  <a:lnTo>
                    <a:pt x="368" y="64071"/>
                  </a:lnTo>
                  <a:close/>
                </a:path>
              </a:pathLst>
            </a:custGeom>
            <a:ln w="6479">
              <a:solidFill>
                <a:srgbClr val="173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363345" y="425424"/>
            <a:ext cx="53530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30" dirty="0">
                <a:solidFill>
                  <a:srgbClr val="FFFFFF"/>
                </a:solidFill>
                <a:latin typeface="Arial Black"/>
                <a:cs typeface="Arial Black"/>
              </a:rPr>
              <a:t>PHASE</a:t>
            </a:r>
            <a:r>
              <a:rPr sz="1000" spc="-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2</a:t>
            </a:r>
            <a:endParaRPr sz="10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3595" y="6379195"/>
            <a:ext cx="920750" cy="481965"/>
            <a:chOff x="-3595" y="6379195"/>
            <a:chExt cx="920750" cy="481965"/>
          </a:xfrm>
        </p:grpSpPr>
        <p:sp>
          <p:nvSpPr>
            <p:cNvPr id="9" name="object 9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914031" y="0"/>
                  </a:moveTo>
                  <a:lnTo>
                    <a:pt x="0" y="0"/>
                  </a:lnTo>
                  <a:lnTo>
                    <a:pt x="0" y="475208"/>
                  </a:lnTo>
                  <a:lnTo>
                    <a:pt x="457200" y="475208"/>
                  </a:lnTo>
                  <a:lnTo>
                    <a:pt x="914031" y="475208"/>
                  </a:lnTo>
                  <a:lnTo>
                    <a:pt x="914031" y="0"/>
                  </a:lnTo>
                  <a:close/>
                </a:path>
              </a:pathLst>
            </a:custGeom>
            <a:solidFill>
              <a:srgbClr val="90B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-355" y="6382435"/>
              <a:ext cx="914400" cy="475615"/>
            </a:xfrm>
            <a:custGeom>
              <a:avLst/>
              <a:gdLst/>
              <a:ahLst/>
              <a:cxnLst/>
              <a:rect l="l" t="t" r="r" b="b"/>
              <a:pathLst>
                <a:path w="914400" h="475615">
                  <a:moveTo>
                    <a:pt x="457200" y="475208"/>
                  </a:moveTo>
                  <a:lnTo>
                    <a:pt x="0" y="475208"/>
                  </a:lnTo>
                  <a:lnTo>
                    <a:pt x="0" y="0"/>
                  </a:lnTo>
                  <a:lnTo>
                    <a:pt x="914031" y="0"/>
                  </a:lnTo>
                  <a:lnTo>
                    <a:pt x="914031" y="475208"/>
                  </a:lnTo>
                  <a:lnTo>
                    <a:pt x="457200" y="475208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36116" y="5373000"/>
            <a:ext cx="7413625" cy="509905"/>
            <a:chOff x="636116" y="5373000"/>
            <a:chExt cx="7413625" cy="509905"/>
          </a:xfrm>
        </p:grpSpPr>
        <p:sp>
          <p:nvSpPr>
            <p:cNvPr id="12" name="object 12"/>
            <p:cNvSpPr/>
            <p:nvPr/>
          </p:nvSpPr>
          <p:spPr>
            <a:xfrm>
              <a:off x="639356" y="5376240"/>
              <a:ext cx="7407275" cy="503555"/>
            </a:xfrm>
            <a:custGeom>
              <a:avLst/>
              <a:gdLst/>
              <a:ahLst/>
              <a:cxnLst/>
              <a:rect l="l" t="t" r="r" b="b"/>
              <a:pathLst>
                <a:path w="7407275" h="503554">
                  <a:moveTo>
                    <a:pt x="84239" y="0"/>
                  </a:moveTo>
                  <a:lnTo>
                    <a:pt x="42125" y="11163"/>
                  </a:lnTo>
                  <a:lnTo>
                    <a:pt x="11518" y="42125"/>
                  </a:lnTo>
                  <a:lnTo>
                    <a:pt x="368" y="83883"/>
                  </a:lnTo>
                  <a:lnTo>
                    <a:pt x="0" y="419404"/>
                  </a:lnTo>
                  <a:lnTo>
                    <a:pt x="731" y="430389"/>
                  </a:lnTo>
                  <a:lnTo>
                    <a:pt x="17262" y="470400"/>
                  </a:lnTo>
                  <a:lnTo>
                    <a:pt x="51890" y="496905"/>
                  </a:lnTo>
                  <a:lnTo>
                    <a:pt x="83883" y="503275"/>
                  </a:lnTo>
                  <a:lnTo>
                    <a:pt x="7323124" y="503275"/>
                  </a:lnTo>
                  <a:lnTo>
                    <a:pt x="7365238" y="492124"/>
                  </a:lnTo>
                  <a:lnTo>
                    <a:pt x="7395845" y="461162"/>
                  </a:lnTo>
                  <a:lnTo>
                    <a:pt x="7400553" y="451548"/>
                  </a:lnTo>
                  <a:lnTo>
                    <a:pt x="7400627" y="451398"/>
                  </a:lnTo>
                  <a:lnTo>
                    <a:pt x="7404111" y="441137"/>
                  </a:lnTo>
                  <a:lnTo>
                    <a:pt x="7406275" y="430389"/>
                  </a:lnTo>
                  <a:lnTo>
                    <a:pt x="7407008" y="419404"/>
                  </a:lnTo>
                  <a:lnTo>
                    <a:pt x="7406984" y="83883"/>
                  </a:lnTo>
                  <a:lnTo>
                    <a:pt x="7395845" y="42125"/>
                  </a:lnTo>
                  <a:lnTo>
                    <a:pt x="7364882" y="11518"/>
                  </a:lnTo>
                  <a:lnTo>
                    <a:pt x="7323124" y="355"/>
                  </a:lnTo>
                  <a:lnTo>
                    <a:pt x="84239" y="0"/>
                  </a:lnTo>
                  <a:close/>
                </a:path>
              </a:pathLst>
            </a:custGeom>
            <a:solidFill>
              <a:srgbClr val="F5F7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356" y="5376240"/>
              <a:ext cx="7407275" cy="503555"/>
            </a:xfrm>
            <a:custGeom>
              <a:avLst/>
              <a:gdLst/>
              <a:ahLst/>
              <a:cxnLst/>
              <a:rect l="l" t="t" r="r" b="b"/>
              <a:pathLst>
                <a:path w="7407275" h="503554">
                  <a:moveTo>
                    <a:pt x="368" y="83883"/>
                  </a:moveTo>
                  <a:lnTo>
                    <a:pt x="1097" y="72904"/>
                  </a:lnTo>
                  <a:lnTo>
                    <a:pt x="3243" y="62195"/>
                  </a:lnTo>
                  <a:lnTo>
                    <a:pt x="24936" y="24615"/>
                  </a:lnTo>
                  <a:lnTo>
                    <a:pt x="62506" y="2881"/>
                  </a:lnTo>
                  <a:lnTo>
                    <a:pt x="84239" y="0"/>
                  </a:lnTo>
                  <a:lnTo>
                    <a:pt x="7323124" y="355"/>
                  </a:lnTo>
                  <a:lnTo>
                    <a:pt x="7364882" y="11518"/>
                  </a:lnTo>
                  <a:lnTo>
                    <a:pt x="7395845" y="42125"/>
                  </a:lnTo>
                  <a:lnTo>
                    <a:pt x="7407008" y="84239"/>
                  </a:lnTo>
                  <a:lnTo>
                    <a:pt x="7407008" y="419404"/>
                  </a:lnTo>
                  <a:lnTo>
                    <a:pt x="7406276" y="430383"/>
                  </a:lnTo>
                  <a:lnTo>
                    <a:pt x="7404126" y="441093"/>
                  </a:lnTo>
                  <a:lnTo>
                    <a:pt x="7382436" y="478662"/>
                  </a:lnTo>
                  <a:lnTo>
                    <a:pt x="7344857" y="500400"/>
                  </a:lnTo>
                  <a:lnTo>
                    <a:pt x="7323124" y="503275"/>
                  </a:lnTo>
                  <a:lnTo>
                    <a:pt x="83883" y="503275"/>
                  </a:lnTo>
                  <a:lnTo>
                    <a:pt x="42125" y="492124"/>
                  </a:lnTo>
                  <a:lnTo>
                    <a:pt x="11163" y="461517"/>
                  </a:lnTo>
                  <a:lnTo>
                    <a:pt x="0" y="419404"/>
                  </a:lnTo>
                  <a:lnTo>
                    <a:pt x="368" y="83883"/>
                  </a:lnTo>
                  <a:close/>
                </a:path>
              </a:pathLst>
            </a:custGeom>
            <a:ln w="6479">
              <a:solidFill>
                <a:srgbClr val="90B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88299" y="5537060"/>
            <a:ext cx="531241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90" dirty="0">
                <a:solidFill>
                  <a:srgbClr val="3F815A"/>
                </a:solidFill>
                <a:latin typeface="Arial Black"/>
                <a:cs typeface="Arial Black"/>
              </a:rPr>
              <a:t>Result:</a:t>
            </a:r>
            <a:r>
              <a:rPr sz="1300" spc="-75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85" dirty="0">
                <a:solidFill>
                  <a:srgbClr val="3F815A"/>
                </a:solidFill>
                <a:latin typeface="Arial Black"/>
                <a:cs typeface="Arial Black"/>
              </a:rPr>
              <a:t>a</a:t>
            </a:r>
            <a:r>
              <a:rPr sz="1300" spc="-7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45" dirty="0">
                <a:solidFill>
                  <a:srgbClr val="3F815A"/>
                </a:solidFill>
                <a:latin typeface="Arial Black"/>
                <a:cs typeface="Arial Black"/>
              </a:rPr>
              <a:t>different</a:t>
            </a:r>
            <a:r>
              <a:rPr sz="1300" spc="-75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65" dirty="0">
                <a:solidFill>
                  <a:srgbClr val="3F815A"/>
                </a:solidFill>
                <a:latin typeface="Arial Black"/>
                <a:cs typeface="Arial Black"/>
              </a:rPr>
              <a:t>story</a:t>
            </a:r>
            <a:r>
              <a:rPr sz="1300" spc="-7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100" dirty="0">
                <a:solidFill>
                  <a:srgbClr val="3F815A"/>
                </a:solidFill>
                <a:latin typeface="Arial Black"/>
                <a:cs typeface="Arial Black"/>
              </a:rPr>
              <a:t>is</a:t>
            </a:r>
            <a:r>
              <a:rPr sz="1300" spc="-7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65" dirty="0">
                <a:solidFill>
                  <a:srgbClr val="3F815A"/>
                </a:solidFill>
                <a:latin typeface="Arial Black"/>
                <a:cs typeface="Arial Black"/>
              </a:rPr>
              <a:t>generated</a:t>
            </a:r>
            <a:r>
              <a:rPr sz="1300" spc="-8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35" dirty="0">
                <a:solidFill>
                  <a:srgbClr val="3F815A"/>
                </a:solidFill>
                <a:latin typeface="Arial Black"/>
                <a:cs typeface="Arial Black"/>
              </a:rPr>
              <a:t>from</a:t>
            </a:r>
            <a:r>
              <a:rPr sz="1300" spc="-75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45" dirty="0">
                <a:solidFill>
                  <a:srgbClr val="3F815A"/>
                </a:solidFill>
                <a:latin typeface="Arial Black"/>
                <a:cs typeface="Arial Black"/>
              </a:rPr>
              <a:t>the</a:t>
            </a:r>
            <a:r>
              <a:rPr sz="1300" spc="-75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80" dirty="0">
                <a:solidFill>
                  <a:srgbClr val="3F815A"/>
                </a:solidFill>
                <a:latin typeface="Arial Black"/>
                <a:cs typeface="Arial Black"/>
              </a:rPr>
              <a:t>user's</a:t>
            </a:r>
            <a:r>
              <a:rPr sz="1300" spc="-7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80" dirty="0">
                <a:solidFill>
                  <a:srgbClr val="3F815A"/>
                </a:solidFill>
                <a:latin typeface="Arial Black"/>
                <a:cs typeface="Arial Black"/>
              </a:rPr>
              <a:t>own</a:t>
            </a:r>
            <a:r>
              <a:rPr sz="1300" spc="-70" dirty="0">
                <a:solidFill>
                  <a:srgbClr val="3F815A"/>
                </a:solidFill>
                <a:latin typeface="Arial Black"/>
                <a:cs typeface="Arial Black"/>
              </a:rPr>
              <a:t> </a:t>
            </a:r>
            <a:r>
              <a:rPr sz="1300" spc="-35" dirty="0">
                <a:solidFill>
                  <a:srgbClr val="3F815A"/>
                </a:solidFill>
                <a:latin typeface="Arial Black"/>
                <a:cs typeface="Arial Black"/>
              </a:rPr>
              <a:t>words.</a:t>
            </a:r>
            <a:endParaRPr sz="1300">
              <a:latin typeface="Arial Black"/>
              <a:cs typeface="Arial Black"/>
            </a:endParaRPr>
          </a:p>
        </p:txBody>
      </p:sp>
      <p:pic>
        <p:nvPicPr>
          <p:cNvPr id="15" name="object 15" descr="execution2_clean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" y="1234084"/>
            <a:ext cx="7589164" cy="499607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59816" y="6506776"/>
            <a:ext cx="680085" cy="19875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000" spc="-35" dirty="0">
                <a:solidFill>
                  <a:srgbClr val="FFFFFF"/>
                </a:solidFill>
                <a:latin typeface="Tahoma"/>
                <a:cs typeface="Tahoma"/>
              </a:rPr>
              <a:t>S.</a:t>
            </a:r>
            <a:r>
              <a:rPr sz="10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B.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Jain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6984" y="6433451"/>
            <a:ext cx="3725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B.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Jain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Institute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Technology Management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Research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61944" y="2943618"/>
            <a:ext cx="24193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EC7C30"/>
                </a:solidFill>
              </a:rPr>
              <a:t>Thank</a:t>
            </a:r>
            <a:r>
              <a:rPr sz="4400" spc="-110" dirty="0">
                <a:solidFill>
                  <a:srgbClr val="EC7C30"/>
                </a:solidFill>
              </a:rPr>
              <a:t> </a:t>
            </a:r>
            <a:r>
              <a:rPr sz="4400" spc="-70" dirty="0">
                <a:solidFill>
                  <a:srgbClr val="EC7C30"/>
                </a:solidFill>
              </a:rPr>
              <a:t>You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1048</Words>
  <Application>Microsoft Office PowerPoint</Application>
  <PresentationFormat>On-screen Show (4:3)</PresentationFormat>
  <Paragraphs>200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Experiential Learning Project Assessment-I on “Mad Libs Generator in Python”</vt:lpstr>
      <vt:lpstr>Problem Statement &amp; Objectives</vt:lpstr>
      <vt:lpstr>Algorithm</vt:lpstr>
      <vt:lpstr>Pseudocode &amp; Flowchart</vt:lpstr>
      <vt:lpstr>Understanding of Python Logic</vt:lpstr>
      <vt:lpstr>GitHub Workflow</vt:lpstr>
      <vt:lpstr>Phase 2: What I Added</vt:lpstr>
      <vt:lpstr>Code Structure</vt:lpstr>
      <vt:lpstr>Coding: Story Templates &amp; Random Selection</vt:lpstr>
      <vt:lpstr>Coding: Menu &amp; Input Validation</vt:lpstr>
      <vt:lpstr>Execution 1: Choosing a Story</vt:lpstr>
      <vt:lpstr>Execution 2: Generated Story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</cp:revision>
  <dcterms:created xsi:type="dcterms:W3CDTF">2026-09-20T18:31:13Z</dcterms:created>
  <dcterms:modified xsi:type="dcterms:W3CDTF">2026-09-20T18:37:47Z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2026-08-21T00:00:00Z</vt:filetime>
  </property>
  <property fmtid="{D5CDD505-2E9C-101B-9397-08002B2CF9AE}" pid="4" name="Creator">
    <vt:lpwstr>Impress</vt:lpwstr>
  </property>
  <property fmtid="{D5CDD505-2E9C-101B-9397-08002B2CF9AE}" pid="5" name="Producer">
    <vt:lpwstr>LibreOffice 25.2.3.2 (X86_64) / LibreOffice Community</vt:lpwstr>
  </property>
  <property fmtid="{D5CDD505-2E9C-101B-9397-08002B2CF9AE}" pid="6" name="LastSaved">
    <vt:filetime>2026-08-21T00:00:00Z</vt:filetime>
  </property>
</Properties>
</file>